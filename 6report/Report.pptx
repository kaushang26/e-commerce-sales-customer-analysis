
<file path=[Content_Types].xml><?xml version="1.0" encoding="utf-8"?>
<Types xmlns="http://schemas.openxmlformats.org/package/2006/content-types">
  <Default Extension="1" ContentType="image/unknown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8" r:id="rId5"/>
    <p:sldId id="265" r:id="rId6"/>
    <p:sldId id="300" r:id="rId7"/>
    <p:sldId id="272" r:id="rId8"/>
    <p:sldId id="301" r:id="rId9"/>
    <p:sldId id="282" r:id="rId10"/>
    <p:sldId id="302" r:id="rId11"/>
    <p:sldId id="292" r:id="rId12"/>
    <p:sldId id="303" r:id="rId13"/>
  </p:sldIdLst>
  <p:sldSz cx="12192000" cy="6858000"/>
  <p:notesSz cx="6858000" cy="9144000"/>
  <p:embeddedFontLst>
    <p:embeddedFont>
      <p:font typeface="Avenir Next LT Pro" panose="020B0504020202020204" pitchFamily="34" charset="0"/>
      <p:regular r:id="rId16"/>
      <p:bold r:id="rId17"/>
      <p:italic r:id="rId18"/>
      <p:boldItalic r:id="rId19"/>
    </p:embeddedFont>
    <p:embeddedFont>
      <p:font typeface="Speak Pro" panose="020B0504020101020102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9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outlineViewPr>
    <p:cViewPr>
      <p:scale>
        <a:sx n="33" d="100"/>
        <a:sy n="33" d="100"/>
      </p:scale>
      <p:origin x="0" y="-3354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shang Tripathi" userId="5cd26d47de002b55" providerId="LiveId" clId="{F38BF206-2528-48FC-BFD9-95E418013955}"/>
    <pc:docChg chg="custSel addSld delSld modSld">
      <pc:chgData name="Kaushang Tripathi" userId="5cd26d47de002b55" providerId="LiveId" clId="{F38BF206-2528-48FC-BFD9-95E418013955}" dt="2026-09-03T14:02:57.485" v="1182" actId="47"/>
      <pc:docMkLst>
        <pc:docMk/>
      </pc:docMkLst>
      <pc:sldChg chg="modSp mod setBg">
        <pc:chgData name="Kaushang Tripathi" userId="5cd26d47de002b55" providerId="LiveId" clId="{F38BF206-2528-48FC-BFD9-95E418013955}" dt="2026-09-03T04:28:25.592" v="158"/>
        <pc:sldMkLst>
          <pc:docMk/>
          <pc:sldMk cId="3013068127" sldId="258"/>
        </pc:sldMkLst>
        <pc:spChg chg="mod">
          <ac:chgData name="Kaushang Tripathi" userId="5cd26d47de002b55" providerId="LiveId" clId="{F38BF206-2528-48FC-BFD9-95E418013955}" dt="2026-09-03T03:48:06.403" v="125" actId="20577"/>
          <ac:spMkLst>
            <pc:docMk/>
            <pc:sldMk cId="3013068127" sldId="258"/>
            <ac:spMk id="2" creationId="{379FA173-4917-43E5-B91C-3914C1A8D225}"/>
          </ac:spMkLst>
        </pc:spChg>
        <pc:spChg chg="mod">
          <ac:chgData name="Kaushang Tripathi" userId="5cd26d47de002b55" providerId="LiveId" clId="{F38BF206-2528-48FC-BFD9-95E418013955}" dt="2026-09-03T03:48:20.053" v="152" actId="20577"/>
          <ac:spMkLst>
            <pc:docMk/>
            <pc:sldMk cId="3013068127" sldId="258"/>
            <ac:spMk id="3" creationId="{D099D82B-F86A-4C04-9207-B25F53939FB6}"/>
          </ac:spMkLst>
        </pc:spChg>
        <pc:spChg chg="mod">
          <ac:chgData name="Kaushang Tripathi" userId="5cd26d47de002b55" providerId="LiveId" clId="{F38BF206-2528-48FC-BFD9-95E418013955}" dt="2026-09-03T03:48:36.539" v="156" actId="20577"/>
          <ac:spMkLst>
            <pc:docMk/>
            <pc:sldMk cId="3013068127" sldId="258"/>
            <ac:spMk id="4" creationId="{42484CCC-9AB9-41BA-BF31-C9CA5A121895}"/>
          </ac:spMkLst>
        </pc:spChg>
      </pc:sldChg>
      <pc:sldChg chg="addSp delSp modSp mod setBg">
        <pc:chgData name="Kaushang Tripathi" userId="5cd26d47de002b55" providerId="LiveId" clId="{F38BF206-2528-48FC-BFD9-95E418013955}" dt="2026-09-03T06:00:49.717" v="309" actId="1035"/>
        <pc:sldMkLst>
          <pc:docMk/>
          <pc:sldMk cId="1372925144" sldId="265"/>
        </pc:sldMkLst>
        <pc:spChg chg="mod">
          <ac:chgData name="Kaushang Tripathi" userId="5cd26d47de002b55" providerId="LiveId" clId="{F38BF206-2528-48FC-BFD9-95E418013955}" dt="2026-09-03T05:53:20.218" v="213" actId="14100"/>
          <ac:spMkLst>
            <pc:docMk/>
            <pc:sldMk cId="1372925144" sldId="265"/>
            <ac:spMk id="2" creationId="{02AC75E2-C7E9-4CDE-A3E7-DB7E770B97E4}"/>
          </ac:spMkLst>
        </pc:spChg>
        <pc:spChg chg="del mod">
          <ac:chgData name="Kaushang Tripathi" userId="5cd26d47de002b55" providerId="LiveId" clId="{F38BF206-2528-48FC-BFD9-95E418013955}" dt="2026-09-03T05:51:34.219" v="205" actId="478"/>
          <ac:spMkLst>
            <pc:docMk/>
            <pc:sldMk cId="1372925144" sldId="265"/>
            <ac:spMk id="3" creationId="{D5F2D16A-183F-4A38-8872-766FA01EA75F}"/>
          </ac:spMkLst>
        </pc:spChg>
        <pc:spChg chg="mod">
          <ac:chgData name="Kaushang Tripathi" userId="5cd26d47de002b55" providerId="LiveId" clId="{F38BF206-2528-48FC-BFD9-95E418013955}" dt="2026-09-03T05:55:21.690" v="261" actId="207"/>
          <ac:spMkLst>
            <pc:docMk/>
            <pc:sldMk cId="1372925144" sldId="265"/>
            <ac:spMk id="4" creationId="{16417046-E8D4-4851-862C-0BF84D8D122B}"/>
          </ac:spMkLst>
        </pc:spChg>
        <pc:spChg chg="del">
          <ac:chgData name="Kaushang Tripathi" userId="5cd26d47de002b55" providerId="LiveId" clId="{F38BF206-2528-48FC-BFD9-95E418013955}" dt="2026-09-03T05:47:33.281" v="176" actId="478"/>
          <ac:spMkLst>
            <pc:docMk/>
            <pc:sldMk cId="1372925144" sldId="265"/>
            <ac:spMk id="6" creationId="{09278663-6DFB-48C5-B58E-9F7560421BA7}"/>
          </ac:spMkLst>
        </pc:spChg>
        <pc:spChg chg="mod">
          <ac:chgData name="Kaushang Tripathi" userId="5cd26d47de002b55" providerId="LiveId" clId="{F38BF206-2528-48FC-BFD9-95E418013955}" dt="2026-09-03T05:54:56.107" v="226" actId="20577"/>
          <ac:spMkLst>
            <pc:docMk/>
            <pc:sldMk cId="1372925144" sldId="265"/>
            <ac:spMk id="7" creationId="{C4252A41-D1CF-4A54-AC0D-995C22071BB3}"/>
          </ac:spMkLst>
        </pc:spChg>
        <pc:spChg chg="add del mod">
          <ac:chgData name="Kaushang Tripathi" userId="5cd26d47de002b55" providerId="LiveId" clId="{F38BF206-2528-48FC-BFD9-95E418013955}" dt="2026-09-03T05:47:37.714" v="177" actId="478"/>
          <ac:spMkLst>
            <pc:docMk/>
            <pc:sldMk cId="1372925144" sldId="265"/>
            <ac:spMk id="9" creationId="{AE28F9EE-8C8C-AEAA-ECFE-9103BE7E7A12}"/>
          </ac:spMkLst>
        </pc:spChg>
        <pc:spChg chg="add mod">
          <ac:chgData name="Kaushang Tripathi" userId="5cd26d47de002b55" providerId="LiveId" clId="{F38BF206-2528-48FC-BFD9-95E418013955}" dt="2026-09-03T06:00:49.717" v="309" actId="1035"/>
          <ac:spMkLst>
            <pc:docMk/>
            <pc:sldMk cId="1372925144" sldId="265"/>
            <ac:spMk id="11" creationId="{31835F7A-4AA1-07CF-9F22-5D69CB671494}"/>
          </ac:spMkLst>
        </pc:spChg>
        <pc:spChg chg="add del mod">
          <ac:chgData name="Kaushang Tripathi" userId="5cd26d47de002b55" providerId="LiveId" clId="{F38BF206-2528-48FC-BFD9-95E418013955}" dt="2026-09-03T05:54:51.102" v="222"/>
          <ac:spMkLst>
            <pc:docMk/>
            <pc:sldMk cId="1372925144" sldId="265"/>
            <ac:spMk id="12" creationId="{765AD2B5-879D-611B-8D18-BC70FABA3BC6}"/>
          </ac:spMkLst>
        </pc:spChg>
      </pc:sldChg>
      <pc:sldChg chg="modSp del mod">
        <pc:chgData name="Kaushang Tripathi" userId="5cd26d47de002b55" providerId="LiveId" clId="{F38BF206-2528-48FC-BFD9-95E418013955}" dt="2026-09-03T06:05:19.515" v="334" actId="47"/>
        <pc:sldMkLst>
          <pc:docMk/>
          <pc:sldMk cId="1920497168" sldId="268"/>
        </pc:sldMkLst>
        <pc:spChg chg="mod">
          <ac:chgData name="Kaushang Tripathi" userId="5cd26d47de002b55" providerId="LiveId" clId="{F38BF206-2528-48FC-BFD9-95E418013955}" dt="2026-09-03T06:04:29.098" v="333" actId="20577"/>
          <ac:spMkLst>
            <pc:docMk/>
            <pc:sldMk cId="1920497168" sldId="268"/>
            <ac:spMk id="5" creationId="{09A18759-B9AA-49AB-A320-92AF51051E70}"/>
          </ac:spMkLst>
        </pc:spChg>
      </pc:sldChg>
      <pc:sldChg chg="addSp delSp modSp mod setBg">
        <pc:chgData name="Kaushang Tripathi" userId="5cd26d47de002b55" providerId="LiveId" clId="{F38BF206-2528-48FC-BFD9-95E418013955}" dt="2026-09-03T06:10:12.312" v="448" actId="27636"/>
        <pc:sldMkLst>
          <pc:docMk/>
          <pc:sldMk cId="2637958213" sldId="272"/>
        </pc:sldMkLst>
        <pc:spChg chg="mod">
          <ac:chgData name="Kaushang Tripathi" userId="5cd26d47de002b55" providerId="LiveId" clId="{F38BF206-2528-48FC-BFD9-95E418013955}" dt="2026-09-03T06:05:32.807" v="345" actId="20577"/>
          <ac:spMkLst>
            <pc:docMk/>
            <pc:sldMk cId="2637958213" sldId="272"/>
            <ac:spMk id="2" creationId="{E04071DD-D1ED-4494-BAB0-E44D84460558}"/>
          </ac:spMkLst>
        </pc:spChg>
        <pc:spChg chg="del">
          <ac:chgData name="Kaushang Tripathi" userId="5cd26d47de002b55" providerId="LiveId" clId="{F38BF206-2528-48FC-BFD9-95E418013955}" dt="2026-09-03T06:07:31.489" v="374" actId="478"/>
          <ac:spMkLst>
            <pc:docMk/>
            <pc:sldMk cId="2637958213" sldId="272"/>
            <ac:spMk id="3" creationId="{FFD046CD-889C-4A2E-8DC3-BED5C7901EA2}"/>
          </ac:spMkLst>
        </pc:spChg>
        <pc:spChg chg="del">
          <ac:chgData name="Kaushang Tripathi" userId="5cd26d47de002b55" providerId="LiveId" clId="{F38BF206-2528-48FC-BFD9-95E418013955}" dt="2026-09-03T06:07:38.178" v="376" actId="478"/>
          <ac:spMkLst>
            <pc:docMk/>
            <pc:sldMk cId="2637958213" sldId="272"/>
            <ac:spMk id="4" creationId="{7D8E0C3E-549F-4B12-BC1D-70D49FDEE3EB}"/>
          </ac:spMkLst>
        </pc:spChg>
        <pc:spChg chg="del mod">
          <ac:chgData name="Kaushang Tripathi" userId="5cd26d47de002b55" providerId="LiveId" clId="{F38BF206-2528-48FC-BFD9-95E418013955}" dt="2026-09-03T06:08:19.099" v="421" actId="478"/>
          <ac:spMkLst>
            <pc:docMk/>
            <pc:sldMk cId="2637958213" sldId="272"/>
            <ac:spMk id="5" creationId="{33C7831C-5C8A-4D10-8B69-B54C753E23A1}"/>
          </ac:spMkLst>
        </pc:spChg>
        <pc:spChg chg="mod">
          <ac:chgData name="Kaushang Tripathi" userId="5cd26d47de002b55" providerId="LiveId" clId="{F38BF206-2528-48FC-BFD9-95E418013955}" dt="2026-09-03T06:10:12.312" v="448" actId="27636"/>
          <ac:spMkLst>
            <pc:docMk/>
            <pc:sldMk cId="2637958213" sldId="272"/>
            <ac:spMk id="6" creationId="{D82BF507-75ED-4F09-959F-8E0854B6033A}"/>
          </ac:spMkLst>
        </pc:spChg>
        <pc:spChg chg="mod">
          <ac:chgData name="Kaushang Tripathi" userId="5cd26d47de002b55" providerId="LiveId" clId="{F38BF206-2528-48FC-BFD9-95E418013955}" dt="2026-09-03T06:05:47.008" v="369" actId="20577"/>
          <ac:spMkLst>
            <pc:docMk/>
            <pc:sldMk cId="2637958213" sldId="272"/>
            <ac:spMk id="7" creationId="{01088409-0EAA-441A-9E25-8CC3324ED156}"/>
          </ac:spMkLst>
        </pc:spChg>
        <pc:spChg chg="mod">
          <ac:chgData name="Kaushang Tripathi" userId="5cd26d47de002b55" providerId="LiveId" clId="{F38BF206-2528-48FC-BFD9-95E418013955}" dt="2026-09-03T06:07:19.111" v="373" actId="20577"/>
          <ac:spMkLst>
            <pc:docMk/>
            <pc:sldMk cId="2637958213" sldId="272"/>
            <ac:spMk id="9" creationId="{8527968E-142A-49A3-8ED6-285EDE03F378}"/>
          </ac:spMkLst>
        </pc:spChg>
        <pc:spChg chg="add del mod">
          <ac:chgData name="Kaushang Tripathi" userId="5cd26d47de002b55" providerId="LiveId" clId="{F38BF206-2528-48FC-BFD9-95E418013955}" dt="2026-09-03T06:07:35.150" v="375" actId="478"/>
          <ac:spMkLst>
            <pc:docMk/>
            <pc:sldMk cId="2637958213" sldId="272"/>
            <ac:spMk id="11" creationId="{4979DD6A-446E-42A2-2917-E7886DFCB7A1}"/>
          </ac:spMkLst>
        </pc:spChg>
        <pc:spChg chg="add del mod">
          <ac:chgData name="Kaushang Tripathi" userId="5cd26d47de002b55" providerId="LiveId" clId="{F38BF206-2528-48FC-BFD9-95E418013955}" dt="2026-09-03T06:07:40.133" v="377" actId="478"/>
          <ac:spMkLst>
            <pc:docMk/>
            <pc:sldMk cId="2637958213" sldId="272"/>
            <ac:spMk id="13" creationId="{2A53B560-73D3-9D53-F19F-D26281C36DD6}"/>
          </ac:spMkLst>
        </pc:spChg>
        <pc:spChg chg="add del mod">
          <ac:chgData name="Kaushang Tripathi" userId="5cd26d47de002b55" providerId="LiveId" clId="{F38BF206-2528-48FC-BFD9-95E418013955}" dt="2026-09-03T06:08:22.582" v="422" actId="478"/>
          <ac:spMkLst>
            <pc:docMk/>
            <pc:sldMk cId="2637958213" sldId="272"/>
            <ac:spMk id="15" creationId="{44DDF0A6-6B06-0458-2F4A-4D684284D70A}"/>
          </ac:spMkLst>
        </pc:spChg>
        <pc:spChg chg="add del mod">
          <ac:chgData name="Kaushang Tripathi" userId="5cd26d47de002b55" providerId="LiveId" clId="{F38BF206-2528-48FC-BFD9-95E418013955}" dt="2026-09-03T06:08:28.544" v="425"/>
          <ac:spMkLst>
            <pc:docMk/>
            <pc:sldMk cId="2637958213" sldId="272"/>
            <ac:spMk id="16" creationId="{9D5259B3-DA9F-2B04-384F-865785AB172C}"/>
          </ac:spMkLst>
        </pc:spChg>
        <pc:spChg chg="add del mod">
          <ac:chgData name="Kaushang Tripathi" userId="5cd26d47de002b55" providerId="LiveId" clId="{F38BF206-2528-48FC-BFD9-95E418013955}" dt="2026-09-03T06:08:30.645" v="428"/>
          <ac:spMkLst>
            <pc:docMk/>
            <pc:sldMk cId="2637958213" sldId="272"/>
            <ac:spMk id="17" creationId="{FD1ADC33-E8ED-F4EC-5C31-0C1F927DD97A}"/>
          </ac:spMkLst>
        </pc:spChg>
      </pc:sldChg>
      <pc:sldChg chg="del">
        <pc:chgData name="Kaushang Tripathi" userId="5cd26d47de002b55" providerId="LiveId" clId="{F38BF206-2528-48FC-BFD9-95E418013955}" dt="2026-09-03T06:12:29.886" v="449" actId="47"/>
        <pc:sldMkLst>
          <pc:docMk/>
          <pc:sldMk cId="3324330166" sldId="277"/>
        </pc:sldMkLst>
      </pc:sldChg>
      <pc:sldChg chg="addSp delSp modSp mod">
        <pc:chgData name="Kaushang Tripathi" userId="5cd26d47de002b55" providerId="LiveId" clId="{F38BF206-2528-48FC-BFD9-95E418013955}" dt="2026-09-03T13:44:40.667" v="742" actId="1036"/>
        <pc:sldMkLst>
          <pc:docMk/>
          <pc:sldMk cId="3440486550" sldId="282"/>
        </pc:sldMkLst>
        <pc:spChg chg="mod">
          <ac:chgData name="Kaushang Tripathi" userId="5cd26d47de002b55" providerId="LiveId" clId="{F38BF206-2528-48FC-BFD9-95E418013955}" dt="2026-09-03T13:36:03.103" v="551" actId="20577"/>
          <ac:spMkLst>
            <pc:docMk/>
            <pc:sldMk cId="3440486550" sldId="282"/>
            <ac:spMk id="2" creationId="{AFF9A437-8B14-44F3-9CD4-350A04C1CA8C}"/>
          </ac:spMkLst>
        </pc:spChg>
        <pc:spChg chg="mod">
          <ac:chgData name="Kaushang Tripathi" userId="5cd26d47de002b55" providerId="LiveId" clId="{F38BF206-2528-48FC-BFD9-95E418013955}" dt="2026-09-03T13:40:39.175" v="658" actId="20577"/>
          <ac:spMkLst>
            <pc:docMk/>
            <pc:sldMk cId="3440486550" sldId="282"/>
            <ac:spMk id="3" creationId="{585E8062-5491-4788-A35F-8BEF6FC48888}"/>
          </ac:spMkLst>
        </pc:spChg>
        <pc:spChg chg="del mod">
          <ac:chgData name="Kaushang Tripathi" userId="5cd26d47de002b55" providerId="LiveId" clId="{F38BF206-2528-48FC-BFD9-95E418013955}" dt="2026-09-03T13:39:26.811" v="577" actId="478"/>
          <ac:spMkLst>
            <pc:docMk/>
            <pc:sldMk cId="3440486550" sldId="282"/>
            <ac:spMk id="5" creationId="{A8B52AA4-2DB7-4C7A-99AA-093B615C386A}"/>
          </ac:spMkLst>
        </pc:spChg>
        <pc:spChg chg="mod">
          <ac:chgData name="Kaushang Tripathi" userId="5cd26d47de002b55" providerId="LiveId" clId="{F38BF206-2528-48FC-BFD9-95E418013955}" dt="2026-09-03T13:44:30.463" v="724" actId="27636"/>
          <ac:spMkLst>
            <pc:docMk/>
            <pc:sldMk cId="3440486550" sldId="282"/>
            <ac:spMk id="6" creationId="{DC9CBA16-FC20-442F-ADE3-E8D745590243}"/>
          </ac:spMkLst>
        </pc:spChg>
        <pc:spChg chg="del">
          <ac:chgData name="Kaushang Tripathi" userId="5cd26d47de002b55" providerId="LiveId" clId="{F38BF206-2528-48FC-BFD9-95E418013955}" dt="2026-09-03T13:42:16.126" v="680" actId="478"/>
          <ac:spMkLst>
            <pc:docMk/>
            <pc:sldMk cId="3440486550" sldId="282"/>
            <ac:spMk id="7" creationId="{A0AB54C4-EC05-4411-89AE-C93A257E2449}"/>
          </ac:spMkLst>
        </pc:spChg>
        <pc:spChg chg="mod">
          <ac:chgData name="Kaushang Tripathi" userId="5cd26d47de002b55" providerId="LiveId" clId="{F38BF206-2528-48FC-BFD9-95E418013955}" dt="2026-09-03T13:43:04.947" v="695" actId="20577"/>
          <ac:spMkLst>
            <pc:docMk/>
            <pc:sldMk cId="3440486550" sldId="282"/>
            <ac:spMk id="9" creationId="{2CC79059-C535-4122-AA80-8D550BB43135}"/>
          </ac:spMkLst>
        </pc:spChg>
        <pc:spChg chg="add del mod">
          <ac:chgData name="Kaushang Tripathi" userId="5cd26d47de002b55" providerId="LiveId" clId="{F38BF206-2528-48FC-BFD9-95E418013955}" dt="2026-09-03T13:42:12.019" v="679" actId="478"/>
          <ac:spMkLst>
            <pc:docMk/>
            <pc:sldMk cId="3440486550" sldId="282"/>
            <ac:spMk id="10" creationId="{7B8E6117-3913-8836-181E-2A11A967D6F3}"/>
          </ac:spMkLst>
        </pc:spChg>
        <pc:spChg chg="add del mod">
          <ac:chgData name="Kaushang Tripathi" userId="5cd26d47de002b55" providerId="LiveId" clId="{F38BF206-2528-48FC-BFD9-95E418013955}" dt="2026-09-03T13:39:29.095" v="578" actId="478"/>
          <ac:spMkLst>
            <pc:docMk/>
            <pc:sldMk cId="3440486550" sldId="282"/>
            <ac:spMk id="13" creationId="{82B7C366-C286-55CC-5EC3-0D03026E2C1B}"/>
          </ac:spMkLst>
        </pc:spChg>
        <pc:spChg chg="add del mod">
          <ac:chgData name="Kaushang Tripathi" userId="5cd26d47de002b55" providerId="LiveId" clId="{F38BF206-2528-48FC-BFD9-95E418013955}" dt="2026-09-03T13:42:18.180" v="681" actId="478"/>
          <ac:spMkLst>
            <pc:docMk/>
            <pc:sldMk cId="3440486550" sldId="282"/>
            <ac:spMk id="15" creationId="{C7E864E9-2714-1B31-D289-1730E8A80DC7}"/>
          </ac:spMkLst>
        </pc:spChg>
        <pc:graphicFrameChg chg="del">
          <ac:chgData name="Kaushang Tripathi" userId="5cd26d47de002b55" providerId="LiveId" clId="{F38BF206-2528-48FC-BFD9-95E418013955}" dt="2026-09-03T13:35:34.093" v="523" actId="478"/>
          <ac:graphicFrameMkLst>
            <pc:docMk/>
            <pc:sldMk cId="3440486550" sldId="282"/>
            <ac:graphicFrameMk id="12" creationId="{17331FE7-F462-4B22-B38A-2DC8F54AB0BA}"/>
          </ac:graphicFrameMkLst>
        </pc:graphicFrameChg>
        <pc:picChg chg="add mod">
          <ac:chgData name="Kaushang Tripathi" userId="5cd26d47de002b55" providerId="LiveId" clId="{F38BF206-2528-48FC-BFD9-95E418013955}" dt="2026-09-03T13:44:37.381" v="735" actId="1036"/>
          <ac:picMkLst>
            <pc:docMk/>
            <pc:sldMk cId="3440486550" sldId="282"/>
            <ac:picMk id="17" creationId="{B35FEB07-1937-FA21-792A-A296C6F923F7}"/>
          </ac:picMkLst>
        </pc:picChg>
        <pc:picChg chg="add mod">
          <ac:chgData name="Kaushang Tripathi" userId="5cd26d47de002b55" providerId="LiveId" clId="{F38BF206-2528-48FC-BFD9-95E418013955}" dt="2026-09-03T13:44:40.667" v="742" actId="1036"/>
          <ac:picMkLst>
            <pc:docMk/>
            <pc:sldMk cId="3440486550" sldId="282"/>
            <ac:picMk id="19" creationId="{BAD3D4EF-3FD6-C575-2AAF-F4E34050F2C2}"/>
          </ac:picMkLst>
        </pc:picChg>
      </pc:sldChg>
      <pc:sldChg chg="del">
        <pc:chgData name="Kaushang Tripathi" userId="5cd26d47de002b55" providerId="LiveId" clId="{F38BF206-2528-48FC-BFD9-95E418013955}" dt="2026-09-03T13:50:31.019" v="960" actId="47"/>
        <pc:sldMkLst>
          <pc:docMk/>
          <pc:sldMk cId="3198773633" sldId="287"/>
        </pc:sldMkLst>
      </pc:sldChg>
      <pc:sldChg chg="addSp delSp modSp mod">
        <pc:chgData name="Kaushang Tripathi" userId="5cd26d47de002b55" providerId="LiveId" clId="{F38BF206-2528-48FC-BFD9-95E418013955}" dt="2026-09-03T14:00:53.198" v="1107" actId="20577"/>
        <pc:sldMkLst>
          <pc:docMk/>
          <pc:sldMk cId="643801695" sldId="292"/>
        </pc:sldMkLst>
        <pc:spChg chg="mod">
          <ac:chgData name="Kaushang Tripathi" userId="5cd26d47de002b55" providerId="LiveId" clId="{F38BF206-2528-48FC-BFD9-95E418013955}" dt="2026-09-03T13:50:48.292" v="972" actId="20577"/>
          <ac:spMkLst>
            <pc:docMk/>
            <pc:sldMk cId="643801695" sldId="292"/>
            <ac:spMk id="2" creationId="{2FDCD96C-ADDF-4D9F-B790-CF6E3E55A9DB}"/>
          </ac:spMkLst>
        </pc:spChg>
        <pc:spChg chg="mod">
          <ac:chgData name="Kaushang Tripathi" userId="5cd26d47de002b55" providerId="LiveId" clId="{F38BF206-2528-48FC-BFD9-95E418013955}" dt="2026-09-03T14:00:53.198" v="1107" actId="20577"/>
          <ac:spMkLst>
            <pc:docMk/>
            <pc:sldMk cId="643801695" sldId="292"/>
            <ac:spMk id="4" creationId="{4D0104A1-25DB-4A49-B257-40CF6B30A4BF}"/>
          </ac:spMkLst>
        </pc:spChg>
        <pc:spChg chg="add del mod">
          <ac:chgData name="Kaushang Tripathi" userId="5cd26d47de002b55" providerId="LiveId" clId="{F38BF206-2528-48FC-BFD9-95E418013955}" dt="2026-09-03T13:52:34.090" v="983" actId="478"/>
          <ac:spMkLst>
            <pc:docMk/>
            <pc:sldMk cId="643801695" sldId="292"/>
            <ac:spMk id="6" creationId="{9AF5941C-446D-514C-CB0C-141FFF8EEF03}"/>
          </ac:spMkLst>
        </pc:spChg>
        <pc:spChg chg="mod">
          <ac:chgData name="Kaushang Tripathi" userId="5cd26d47de002b55" providerId="LiveId" clId="{F38BF206-2528-48FC-BFD9-95E418013955}" dt="2026-09-03T13:52:01.616" v="976" actId="27636"/>
          <ac:spMkLst>
            <pc:docMk/>
            <pc:sldMk cId="643801695" sldId="292"/>
            <ac:spMk id="7" creationId="{109BBFAA-ECE3-46DC-A227-38CCA1EED110}"/>
          </ac:spMkLst>
        </pc:spChg>
        <pc:spChg chg="add del mod">
          <ac:chgData name="Kaushang Tripathi" userId="5cd26d47de002b55" providerId="LiveId" clId="{F38BF206-2528-48FC-BFD9-95E418013955}" dt="2026-09-03T13:52:18.322" v="981"/>
          <ac:spMkLst>
            <pc:docMk/>
            <pc:sldMk cId="643801695" sldId="292"/>
            <ac:spMk id="8" creationId="{CA4D600D-0D40-F97C-FD8A-54AD61D99FB1}"/>
          </ac:spMkLst>
        </pc:spChg>
        <pc:spChg chg="add del mod">
          <ac:chgData name="Kaushang Tripathi" userId="5cd26d47de002b55" providerId="LiveId" clId="{F38BF206-2528-48FC-BFD9-95E418013955}" dt="2026-09-03T13:53:39.980" v="984" actId="931"/>
          <ac:spMkLst>
            <pc:docMk/>
            <pc:sldMk cId="643801695" sldId="292"/>
            <ac:spMk id="10" creationId="{CB0B6E0C-10D7-6D8F-DBED-F9AC81ADA1E5}"/>
          </ac:spMkLst>
        </pc:spChg>
        <pc:spChg chg="add del mod">
          <ac:chgData name="Kaushang Tripathi" userId="5cd26d47de002b55" providerId="LiveId" clId="{F38BF206-2528-48FC-BFD9-95E418013955}" dt="2026-09-03T13:53:49.155" v="985" actId="478"/>
          <ac:spMkLst>
            <pc:docMk/>
            <pc:sldMk cId="643801695" sldId="292"/>
            <ac:spMk id="13" creationId="{5A48F605-FDFF-1F37-B9E5-1B6B52847D24}"/>
          </ac:spMkLst>
        </pc:spChg>
        <pc:spChg chg="add del mod">
          <ac:chgData name="Kaushang Tripathi" userId="5cd26d47de002b55" providerId="LiveId" clId="{F38BF206-2528-48FC-BFD9-95E418013955}" dt="2026-09-03T13:55:13.952" v="999" actId="931"/>
          <ac:spMkLst>
            <pc:docMk/>
            <pc:sldMk cId="643801695" sldId="292"/>
            <ac:spMk id="15" creationId="{AFCD62FD-79B6-C800-F0F2-1F03472FEB7A}"/>
          </ac:spMkLst>
        </pc:spChg>
        <pc:spChg chg="add del mod">
          <ac:chgData name="Kaushang Tripathi" userId="5cd26d47de002b55" providerId="LiveId" clId="{F38BF206-2528-48FC-BFD9-95E418013955}" dt="2026-09-03T13:55:29.129" v="1001" actId="931"/>
          <ac:spMkLst>
            <pc:docMk/>
            <pc:sldMk cId="643801695" sldId="292"/>
            <ac:spMk id="21" creationId="{14710F24-8DDB-D728-4D3F-3F641AE4E8C8}"/>
          </ac:spMkLst>
        </pc:spChg>
        <pc:spChg chg="add del mod">
          <ac:chgData name="Kaushang Tripathi" userId="5cd26d47de002b55" providerId="LiveId" clId="{F38BF206-2528-48FC-BFD9-95E418013955}" dt="2026-09-03T13:56:31.145" v="1009" actId="931"/>
          <ac:spMkLst>
            <pc:docMk/>
            <pc:sldMk cId="643801695" sldId="292"/>
            <ac:spMk id="25" creationId="{92768DBB-9D72-B4C2-B44E-18B96C4054BA}"/>
          </ac:spMkLst>
        </pc:spChg>
        <pc:spChg chg="add del mod">
          <ac:chgData name="Kaushang Tripathi" userId="5cd26d47de002b55" providerId="LiveId" clId="{F38BF206-2528-48FC-BFD9-95E418013955}" dt="2026-09-03T13:56:38.226" v="1011" actId="478"/>
          <ac:spMkLst>
            <pc:docMk/>
            <pc:sldMk cId="643801695" sldId="292"/>
            <ac:spMk id="28" creationId="{3FA9180B-CCDE-B237-76CD-C78FC1C09D93}"/>
          </ac:spMkLst>
        </pc:spChg>
        <pc:spChg chg="mod">
          <ac:chgData name="Kaushang Tripathi" userId="5cd26d47de002b55" providerId="LiveId" clId="{F38BF206-2528-48FC-BFD9-95E418013955}" dt="2026-09-03T14:00:18.958" v="1055" actId="20577"/>
          <ac:spMkLst>
            <pc:docMk/>
            <pc:sldMk cId="643801695" sldId="292"/>
            <ac:spMk id="29" creationId="{5BD9075D-1F42-4726-8EC6-EE8B416392BD}"/>
          </ac:spMkLst>
        </pc:spChg>
        <pc:spChg chg="mod">
          <ac:chgData name="Kaushang Tripathi" userId="5cd26d47de002b55" providerId="LiveId" clId="{F38BF206-2528-48FC-BFD9-95E418013955}" dt="2026-09-03T13:54:21.913" v="991"/>
          <ac:spMkLst>
            <pc:docMk/>
            <pc:sldMk cId="643801695" sldId="292"/>
            <ac:spMk id="30" creationId="{0AC0E371-764C-41CA-9680-267350C7EE1C}"/>
          </ac:spMkLst>
        </pc:spChg>
        <pc:spChg chg="mod">
          <ac:chgData name="Kaushang Tripathi" userId="5cd26d47de002b55" providerId="LiveId" clId="{F38BF206-2528-48FC-BFD9-95E418013955}" dt="2026-09-03T13:55:45.284" v="1003" actId="27636"/>
          <ac:spMkLst>
            <pc:docMk/>
            <pc:sldMk cId="643801695" sldId="292"/>
            <ac:spMk id="31" creationId="{95712C8D-157C-4EF1-B565-889F5684F1BA}"/>
          </ac:spMkLst>
        </pc:spChg>
        <pc:spChg chg="mod">
          <ac:chgData name="Kaushang Tripathi" userId="5cd26d47de002b55" providerId="LiveId" clId="{F38BF206-2528-48FC-BFD9-95E418013955}" dt="2026-09-03T13:56:51.154" v="1013" actId="27636"/>
          <ac:spMkLst>
            <pc:docMk/>
            <pc:sldMk cId="643801695" sldId="292"/>
            <ac:spMk id="32" creationId="{188B3941-E817-44DE-8D5A-DCA0DAB61823}"/>
          </ac:spMkLst>
        </pc:spChg>
        <pc:spChg chg="mod">
          <ac:chgData name="Kaushang Tripathi" userId="5cd26d47de002b55" providerId="LiveId" clId="{F38BF206-2528-48FC-BFD9-95E418013955}" dt="2026-09-03T13:57:17.280" v="1019" actId="27636"/>
          <ac:spMkLst>
            <pc:docMk/>
            <pc:sldMk cId="643801695" sldId="292"/>
            <ac:spMk id="33" creationId="{20613223-43E0-4B37-AFB8-C0C5F47750A5}"/>
          </ac:spMkLst>
        </pc:spChg>
        <pc:spChg chg="mod">
          <ac:chgData name="Kaushang Tripathi" userId="5cd26d47de002b55" providerId="LiveId" clId="{F38BF206-2528-48FC-BFD9-95E418013955}" dt="2026-09-03T13:57:45.109" v="1025" actId="27636"/>
          <ac:spMkLst>
            <pc:docMk/>
            <pc:sldMk cId="643801695" sldId="292"/>
            <ac:spMk id="34" creationId="{3C4E060E-0CFB-411A-B226-CDA349703288}"/>
          </ac:spMkLst>
        </pc:spChg>
        <pc:spChg chg="mod">
          <ac:chgData name="Kaushang Tripathi" userId="5cd26d47de002b55" providerId="LiveId" clId="{F38BF206-2528-48FC-BFD9-95E418013955}" dt="2026-09-03T13:54:02.730" v="990" actId="27636"/>
          <ac:spMkLst>
            <pc:docMk/>
            <pc:sldMk cId="643801695" sldId="292"/>
            <ac:spMk id="35" creationId="{736BA5EA-18C4-4263-BDB0-C57CB168D0AF}"/>
          </ac:spMkLst>
        </pc:spChg>
        <pc:spChg chg="mod">
          <ac:chgData name="Kaushang Tripathi" userId="5cd26d47de002b55" providerId="LiveId" clId="{F38BF206-2528-48FC-BFD9-95E418013955}" dt="2026-09-03T13:54:38.097" v="997" actId="27636"/>
          <ac:spMkLst>
            <pc:docMk/>
            <pc:sldMk cId="643801695" sldId="292"/>
            <ac:spMk id="36" creationId="{69F05205-BC24-4284-BB47-960282D011ED}"/>
          </ac:spMkLst>
        </pc:spChg>
        <pc:spChg chg="mod">
          <ac:chgData name="Kaushang Tripathi" userId="5cd26d47de002b55" providerId="LiveId" clId="{F38BF206-2528-48FC-BFD9-95E418013955}" dt="2026-09-03T13:55:58.913" v="1007" actId="27636"/>
          <ac:spMkLst>
            <pc:docMk/>
            <pc:sldMk cId="643801695" sldId="292"/>
            <ac:spMk id="37" creationId="{D78092F6-F4AA-40B6-B5DE-CEA37AB1A9D2}"/>
          </ac:spMkLst>
        </pc:spChg>
        <pc:spChg chg="mod">
          <ac:chgData name="Kaushang Tripathi" userId="5cd26d47de002b55" providerId="LiveId" clId="{F38BF206-2528-48FC-BFD9-95E418013955}" dt="2026-09-03T13:57:05.402" v="1017" actId="27636"/>
          <ac:spMkLst>
            <pc:docMk/>
            <pc:sldMk cId="643801695" sldId="292"/>
            <ac:spMk id="38" creationId="{4EC928A2-6A4A-452E-8823-81F26EA40C9C}"/>
          </ac:spMkLst>
        </pc:spChg>
        <pc:spChg chg="mod">
          <ac:chgData name="Kaushang Tripathi" userId="5cd26d47de002b55" providerId="LiveId" clId="{F38BF206-2528-48FC-BFD9-95E418013955}" dt="2026-09-03T13:57:30.250" v="1023" actId="27636"/>
          <ac:spMkLst>
            <pc:docMk/>
            <pc:sldMk cId="643801695" sldId="292"/>
            <ac:spMk id="39" creationId="{0388AEE0-2630-4EEB-80E0-53D74792BE97}"/>
          </ac:spMkLst>
        </pc:spChg>
        <pc:spChg chg="mod">
          <ac:chgData name="Kaushang Tripathi" userId="5cd26d47de002b55" providerId="LiveId" clId="{F38BF206-2528-48FC-BFD9-95E418013955}" dt="2026-09-03T13:58:04.844" v="1030" actId="20577"/>
          <ac:spMkLst>
            <pc:docMk/>
            <pc:sldMk cId="643801695" sldId="292"/>
            <ac:spMk id="40" creationId="{F5F658D4-342A-4944-98F5-EC1761CC401B}"/>
          </ac:spMkLst>
        </pc:spChg>
        <pc:spChg chg="add del mod">
          <ac:chgData name="Kaushang Tripathi" userId="5cd26d47de002b55" providerId="LiveId" clId="{F38BF206-2528-48FC-BFD9-95E418013955}" dt="2026-09-03T13:58:42.308" v="1045" actId="478"/>
          <ac:spMkLst>
            <pc:docMk/>
            <pc:sldMk cId="643801695" sldId="292"/>
            <ac:spMk id="42" creationId="{6057925C-09A4-DF50-FECE-6DEA5D7C5A18}"/>
          </ac:spMkLst>
        </pc:spChg>
        <pc:spChg chg="add del mod">
          <ac:chgData name="Kaushang Tripathi" userId="5cd26d47de002b55" providerId="LiveId" clId="{F38BF206-2528-48FC-BFD9-95E418013955}" dt="2026-09-03T13:59:04.266" v="1047" actId="931"/>
          <ac:spMkLst>
            <pc:docMk/>
            <pc:sldMk cId="643801695" sldId="292"/>
            <ac:spMk id="44" creationId="{93B7E38A-E0E8-9FCA-DF6E-152D5AF71738}"/>
          </ac:spMkLst>
        </pc:spChg>
        <pc:spChg chg="add mod">
          <ac:chgData name="Kaushang Tripathi" userId="5cd26d47de002b55" providerId="LiveId" clId="{F38BF206-2528-48FC-BFD9-95E418013955}" dt="2026-09-03T13:59:04.266" v="1047" actId="931"/>
          <ac:spMkLst>
            <pc:docMk/>
            <pc:sldMk cId="643801695" sldId="292"/>
            <ac:spMk id="47" creationId="{0B14F647-B9E5-211D-60AD-B3DE35BA8BD4}"/>
          </ac:spMkLst>
        </pc:spChg>
        <pc:spChg chg="add del mod">
          <ac:chgData name="Kaushang Tripathi" userId="5cd26d47de002b55" providerId="LiveId" clId="{F38BF206-2528-48FC-BFD9-95E418013955}" dt="2026-09-03T13:59:20.501" v="1049" actId="931"/>
          <ac:spMkLst>
            <pc:docMk/>
            <pc:sldMk cId="643801695" sldId="292"/>
            <ac:spMk id="49" creationId="{3C2EFB28-DF4A-5305-4961-62638F86C4A1}"/>
          </ac:spMkLst>
        </pc:spChg>
        <pc:spChg chg="add del mod">
          <ac:chgData name="Kaushang Tripathi" userId="5cd26d47de002b55" providerId="LiveId" clId="{F38BF206-2528-48FC-BFD9-95E418013955}" dt="2026-09-03T13:59:40.105" v="1051" actId="931"/>
          <ac:spMkLst>
            <pc:docMk/>
            <pc:sldMk cId="643801695" sldId="292"/>
            <ac:spMk id="54" creationId="{34228F23-E074-5A4D-3563-1C271411E280}"/>
          </ac:spMkLst>
        </pc:spChg>
        <pc:spChg chg="add mod">
          <ac:chgData name="Kaushang Tripathi" userId="5cd26d47de002b55" providerId="LiveId" clId="{F38BF206-2528-48FC-BFD9-95E418013955}" dt="2026-09-03T13:59:40.105" v="1051" actId="931"/>
          <ac:spMkLst>
            <pc:docMk/>
            <pc:sldMk cId="643801695" sldId="292"/>
            <ac:spMk id="57" creationId="{6BB788F0-9789-DF6A-FF43-F81D9796260C}"/>
          </ac:spMkLst>
        </pc:spChg>
        <pc:picChg chg="add mod">
          <ac:chgData name="Kaushang Tripathi" userId="5cd26d47de002b55" providerId="LiveId" clId="{F38BF206-2528-48FC-BFD9-95E418013955}" dt="2026-09-03T13:53:39.980" v="984" actId="931"/>
          <ac:picMkLst>
            <pc:docMk/>
            <pc:sldMk cId="643801695" sldId="292"/>
            <ac:picMk id="12" creationId="{6B599BF9-1263-E4C5-57CF-3A867C1BCBC0}"/>
          </ac:picMkLst>
        </pc:picChg>
        <pc:picChg chg="add del mod">
          <ac:chgData name="Kaushang Tripathi" userId="5cd26d47de002b55" providerId="LiveId" clId="{F38BF206-2528-48FC-BFD9-95E418013955}" dt="2026-09-03T13:55:17.653" v="1000" actId="478"/>
          <ac:picMkLst>
            <pc:docMk/>
            <pc:sldMk cId="643801695" sldId="292"/>
            <ac:picMk id="17" creationId="{1603A300-7939-B417-BAAB-7ED37DBCFFA3}"/>
          </ac:picMkLst>
        </pc:picChg>
        <pc:picChg chg="add del mod">
          <ac:chgData name="Kaushang Tripathi" userId="5cd26d47de002b55" providerId="LiveId" clId="{F38BF206-2528-48FC-BFD9-95E418013955}" dt="2026-09-03T13:55:17.653" v="1000" actId="478"/>
          <ac:picMkLst>
            <pc:docMk/>
            <pc:sldMk cId="643801695" sldId="292"/>
            <ac:picMk id="19" creationId="{F2F8E4D3-C4C2-1866-97AB-0AA946961170}"/>
          </ac:picMkLst>
        </pc:picChg>
        <pc:picChg chg="add mod">
          <ac:chgData name="Kaushang Tripathi" userId="5cd26d47de002b55" providerId="LiveId" clId="{F38BF206-2528-48FC-BFD9-95E418013955}" dt="2026-09-03T13:55:29.129" v="1001" actId="931"/>
          <ac:picMkLst>
            <pc:docMk/>
            <pc:sldMk cId="643801695" sldId="292"/>
            <ac:picMk id="23" creationId="{2890B4BA-49B6-B8B9-CFDD-37A6A804EF4C}"/>
          </ac:picMkLst>
        </pc:picChg>
        <pc:picChg chg="add mod">
          <ac:chgData name="Kaushang Tripathi" userId="5cd26d47de002b55" providerId="LiveId" clId="{F38BF206-2528-48FC-BFD9-95E418013955}" dt="2026-09-03T13:56:31.145" v="1009" actId="931"/>
          <ac:picMkLst>
            <pc:docMk/>
            <pc:sldMk cId="643801695" sldId="292"/>
            <ac:picMk id="27" creationId="{00A75400-9172-E651-B6EE-814290A7AC0D}"/>
          </ac:picMkLst>
        </pc:picChg>
        <pc:picChg chg="add mod">
          <ac:chgData name="Kaushang Tripathi" userId="5cd26d47de002b55" providerId="LiveId" clId="{F38BF206-2528-48FC-BFD9-95E418013955}" dt="2026-09-03T13:59:04.266" v="1047" actId="931"/>
          <ac:picMkLst>
            <pc:docMk/>
            <pc:sldMk cId="643801695" sldId="292"/>
            <ac:picMk id="46" creationId="{892A81DB-1B58-5AEB-6FA3-2469D2DE1CF0}"/>
          </ac:picMkLst>
        </pc:picChg>
        <pc:picChg chg="del">
          <ac:chgData name="Kaushang Tripathi" userId="5cd26d47de002b55" providerId="LiveId" clId="{F38BF206-2528-48FC-BFD9-95E418013955}" dt="2026-09-03T13:52:18.320" v="979" actId="478"/>
          <ac:picMkLst>
            <pc:docMk/>
            <pc:sldMk cId="643801695" sldId="292"/>
            <ac:picMk id="51" creationId="{FFC09231-9C4D-4246-A535-C36907194980}"/>
          </ac:picMkLst>
        </pc:picChg>
        <pc:picChg chg="add mod">
          <ac:chgData name="Kaushang Tripathi" userId="5cd26d47de002b55" providerId="LiveId" clId="{F38BF206-2528-48FC-BFD9-95E418013955}" dt="2026-09-03T13:59:20.501" v="1049" actId="931"/>
          <ac:picMkLst>
            <pc:docMk/>
            <pc:sldMk cId="643801695" sldId="292"/>
            <ac:picMk id="52" creationId="{5AEF1924-C817-7257-50FA-45C3C3197C27}"/>
          </ac:picMkLst>
        </pc:picChg>
        <pc:picChg chg="add mod">
          <ac:chgData name="Kaushang Tripathi" userId="5cd26d47de002b55" providerId="LiveId" clId="{F38BF206-2528-48FC-BFD9-95E418013955}" dt="2026-09-03T13:59:40.105" v="1051" actId="931"/>
          <ac:picMkLst>
            <pc:docMk/>
            <pc:sldMk cId="643801695" sldId="292"/>
            <ac:picMk id="56" creationId="{9608B918-B16A-1CCE-CDFF-BE1C64D0792C}"/>
          </ac:picMkLst>
        </pc:picChg>
        <pc:picChg chg="del">
          <ac:chgData name="Kaushang Tripathi" userId="5cd26d47de002b55" providerId="LiveId" clId="{F38BF206-2528-48FC-BFD9-95E418013955}" dt="2026-09-03T13:59:09.519" v="1048" actId="478"/>
          <ac:picMkLst>
            <pc:docMk/>
            <pc:sldMk cId="643801695" sldId="292"/>
            <ac:picMk id="59" creationId="{254CDD44-0160-47AE-934F-2D936D20C7FF}"/>
          </ac:picMkLst>
        </pc:picChg>
        <pc:picChg chg="del">
          <ac:chgData name="Kaushang Tripathi" userId="5cd26d47de002b55" providerId="LiveId" clId="{F38BF206-2528-48FC-BFD9-95E418013955}" dt="2026-09-03T13:59:23.052" v="1050" actId="478"/>
          <ac:picMkLst>
            <pc:docMk/>
            <pc:sldMk cId="643801695" sldId="292"/>
            <ac:picMk id="61" creationId="{ED39021A-AD0E-4A23-A73D-402E0578804C}"/>
          </ac:picMkLst>
        </pc:picChg>
        <pc:picChg chg="del">
          <ac:chgData name="Kaushang Tripathi" userId="5cd26d47de002b55" providerId="LiveId" clId="{F38BF206-2528-48FC-BFD9-95E418013955}" dt="2026-09-03T13:54:43.455" v="998" actId="478"/>
          <ac:picMkLst>
            <pc:docMk/>
            <pc:sldMk cId="643801695" sldId="292"/>
            <ac:picMk id="71" creationId="{76E10F36-72C7-48D2-92C9-EB0F25D8477E}"/>
          </ac:picMkLst>
        </pc:picChg>
        <pc:picChg chg="del">
          <ac:chgData name="Kaushang Tripathi" userId="5cd26d47de002b55" providerId="LiveId" clId="{F38BF206-2528-48FC-BFD9-95E418013955}" dt="2026-09-03T13:56:01.805" v="1008" actId="478"/>
          <ac:picMkLst>
            <pc:docMk/>
            <pc:sldMk cId="643801695" sldId="292"/>
            <ac:picMk id="73" creationId="{840D31A1-AED1-47FF-A23F-DF37F6745DEF}"/>
          </ac:picMkLst>
        </pc:picChg>
        <pc:picChg chg="del">
          <ac:chgData name="Kaushang Tripathi" userId="5cd26d47de002b55" providerId="LiveId" clId="{F38BF206-2528-48FC-BFD9-95E418013955}" dt="2026-09-03T13:58:45.656" v="1046" actId="478"/>
          <ac:picMkLst>
            <pc:docMk/>
            <pc:sldMk cId="643801695" sldId="292"/>
            <ac:picMk id="77" creationId="{97C0FBD8-CC2C-4B3C-BEA4-C0AF2C3DED1B}"/>
          </ac:picMkLst>
        </pc:picChg>
      </pc:sldChg>
      <pc:sldChg chg="modSp del mod">
        <pc:chgData name="Kaushang Tripathi" userId="5cd26d47de002b55" providerId="LiveId" clId="{F38BF206-2528-48FC-BFD9-95E418013955}" dt="2026-09-03T14:02:57.485" v="1182" actId="47"/>
        <pc:sldMkLst>
          <pc:docMk/>
          <pc:sldMk cId="363015877" sldId="299"/>
        </pc:sldMkLst>
        <pc:spChg chg="mod">
          <ac:chgData name="Kaushang Tripathi" userId="5cd26d47de002b55" providerId="LiveId" clId="{F38BF206-2528-48FC-BFD9-95E418013955}" dt="2026-09-03T14:00:59.515" v="1111" actId="20577"/>
          <ac:spMkLst>
            <pc:docMk/>
            <pc:sldMk cId="363015877" sldId="299"/>
            <ac:spMk id="6" creationId="{97A5BD8C-215E-470E-9A15-CEABC3C16B40}"/>
          </ac:spMkLst>
        </pc:spChg>
      </pc:sldChg>
      <pc:sldChg chg="delSp modSp new mod setBg">
        <pc:chgData name="Kaushang Tripathi" userId="5cd26d47de002b55" providerId="LiveId" clId="{F38BF206-2528-48FC-BFD9-95E418013955}" dt="2026-09-03T06:04:18.218" v="329"/>
        <pc:sldMkLst>
          <pc:docMk/>
          <pc:sldMk cId="3580416230" sldId="300"/>
        </pc:sldMkLst>
        <pc:spChg chg="mod">
          <ac:chgData name="Kaushang Tripathi" userId="5cd26d47de002b55" providerId="LiveId" clId="{F38BF206-2528-48FC-BFD9-95E418013955}" dt="2026-09-03T05:57:35.294" v="286" actId="20577"/>
          <ac:spMkLst>
            <pc:docMk/>
            <pc:sldMk cId="3580416230" sldId="300"/>
            <ac:spMk id="2" creationId="{D1202A17-DC4D-24AA-8017-E163833AC5A8}"/>
          </ac:spMkLst>
        </pc:spChg>
        <pc:spChg chg="mod">
          <ac:chgData name="Kaushang Tripathi" userId="5cd26d47de002b55" providerId="LiveId" clId="{F38BF206-2528-48FC-BFD9-95E418013955}" dt="2026-09-03T06:04:18.218" v="329"/>
          <ac:spMkLst>
            <pc:docMk/>
            <pc:sldMk cId="3580416230" sldId="300"/>
            <ac:spMk id="3" creationId="{F54FF494-51A2-2FD0-18C5-4B5773B5E625}"/>
          </ac:spMkLst>
        </pc:spChg>
        <pc:spChg chg="mod">
          <ac:chgData name="Kaushang Tripathi" userId="5cd26d47de002b55" providerId="LiveId" clId="{F38BF206-2528-48FC-BFD9-95E418013955}" dt="2026-09-03T06:01:12.987" v="311" actId="207"/>
          <ac:spMkLst>
            <pc:docMk/>
            <pc:sldMk cId="3580416230" sldId="300"/>
            <ac:spMk id="4" creationId="{9CF22460-781E-FC47-152E-51A0411A9FA4}"/>
          </ac:spMkLst>
        </pc:spChg>
        <pc:spChg chg="del">
          <ac:chgData name="Kaushang Tripathi" userId="5cd26d47de002b55" providerId="LiveId" clId="{F38BF206-2528-48FC-BFD9-95E418013955}" dt="2026-09-03T06:00:28.366" v="295" actId="478"/>
          <ac:spMkLst>
            <pc:docMk/>
            <pc:sldMk cId="3580416230" sldId="300"/>
            <ac:spMk id="6" creationId="{3EDACF94-5187-4912-4559-90E902A8051B}"/>
          </ac:spMkLst>
        </pc:spChg>
        <pc:spChg chg="mod">
          <ac:chgData name="Kaushang Tripathi" userId="5cd26d47de002b55" providerId="LiveId" clId="{F38BF206-2528-48FC-BFD9-95E418013955}" dt="2026-09-03T05:55:55.115" v="265" actId="20577"/>
          <ac:spMkLst>
            <pc:docMk/>
            <pc:sldMk cId="3580416230" sldId="300"/>
            <ac:spMk id="7" creationId="{56A27988-D6A6-120E-B941-D4EAB73E6673}"/>
          </ac:spMkLst>
        </pc:spChg>
      </pc:sldChg>
      <pc:sldChg chg="delSp modSp new mod setBg">
        <pc:chgData name="Kaushang Tripathi" userId="5cd26d47de002b55" providerId="LiveId" clId="{F38BF206-2528-48FC-BFD9-95E418013955}" dt="2026-09-03T06:15:33.003" v="522"/>
        <pc:sldMkLst>
          <pc:docMk/>
          <pc:sldMk cId="1203728133" sldId="301"/>
        </pc:sldMkLst>
        <pc:spChg chg="mod">
          <ac:chgData name="Kaushang Tripathi" userId="5cd26d47de002b55" providerId="LiveId" clId="{F38BF206-2528-48FC-BFD9-95E418013955}" dt="2026-09-03T06:12:59.083" v="466" actId="20577"/>
          <ac:spMkLst>
            <pc:docMk/>
            <pc:sldMk cId="1203728133" sldId="301"/>
            <ac:spMk id="2" creationId="{57B39A94-E534-EDF9-EA07-1D769D97C1B4}"/>
          </ac:spMkLst>
        </pc:spChg>
        <pc:spChg chg="del">
          <ac:chgData name="Kaushang Tripathi" userId="5cd26d47de002b55" providerId="LiveId" clId="{F38BF206-2528-48FC-BFD9-95E418013955}" dt="2026-09-03T06:13:05.548" v="467" actId="478"/>
          <ac:spMkLst>
            <pc:docMk/>
            <pc:sldMk cId="1203728133" sldId="301"/>
            <ac:spMk id="3" creationId="{A85147CA-ABDE-D761-7A50-5A71788794FB}"/>
          </ac:spMkLst>
        </pc:spChg>
        <pc:spChg chg="mod">
          <ac:chgData name="Kaushang Tripathi" userId="5cd26d47de002b55" providerId="LiveId" clId="{F38BF206-2528-48FC-BFD9-95E418013955}" dt="2026-09-03T06:13:49.032" v="474" actId="403"/>
          <ac:spMkLst>
            <pc:docMk/>
            <pc:sldMk cId="1203728133" sldId="301"/>
            <ac:spMk id="4" creationId="{0D7A3B04-4C2F-1D4A-3A5E-AB6BE215003B}"/>
          </ac:spMkLst>
        </pc:spChg>
        <pc:spChg chg="del">
          <ac:chgData name="Kaushang Tripathi" userId="5cd26d47de002b55" providerId="LiveId" clId="{F38BF206-2528-48FC-BFD9-95E418013955}" dt="2026-09-03T06:13:07.899" v="468" actId="478"/>
          <ac:spMkLst>
            <pc:docMk/>
            <pc:sldMk cId="1203728133" sldId="301"/>
            <ac:spMk id="5" creationId="{BA6767AD-D456-EAE5-60CB-CA8FAEF1E5F7}"/>
          </ac:spMkLst>
        </pc:spChg>
        <pc:spChg chg="mod">
          <ac:chgData name="Kaushang Tripathi" userId="5cd26d47de002b55" providerId="LiveId" clId="{F38BF206-2528-48FC-BFD9-95E418013955}" dt="2026-09-03T06:14:40.864" v="516" actId="20577"/>
          <ac:spMkLst>
            <pc:docMk/>
            <pc:sldMk cId="1203728133" sldId="301"/>
            <ac:spMk id="6" creationId="{F973CCAD-DE0C-BC5A-9818-2AAF79B34E0E}"/>
          </ac:spMkLst>
        </pc:spChg>
        <pc:spChg chg="mod">
          <ac:chgData name="Kaushang Tripathi" userId="5cd26d47de002b55" providerId="LiveId" clId="{F38BF206-2528-48FC-BFD9-95E418013955}" dt="2026-09-03T06:14:55.493" v="520" actId="20577"/>
          <ac:spMkLst>
            <pc:docMk/>
            <pc:sldMk cId="1203728133" sldId="301"/>
            <ac:spMk id="8" creationId="{6D4D5FAE-55D4-EE2D-E27B-E295C63B3870}"/>
          </ac:spMkLst>
        </pc:spChg>
        <pc:spChg chg="mod">
          <ac:chgData name="Kaushang Tripathi" userId="5cd26d47de002b55" providerId="LiveId" clId="{F38BF206-2528-48FC-BFD9-95E418013955}" dt="2026-09-03T06:14:16.633" v="484" actId="27636"/>
          <ac:spMkLst>
            <pc:docMk/>
            <pc:sldMk cId="1203728133" sldId="301"/>
            <ac:spMk id="9" creationId="{5EA3BB45-A885-F8E0-60EB-8151865EE552}"/>
          </ac:spMkLst>
        </pc:spChg>
      </pc:sldChg>
      <pc:sldChg chg="addSp delSp modSp new mod">
        <pc:chgData name="Kaushang Tripathi" userId="5cd26d47de002b55" providerId="LiveId" clId="{F38BF206-2528-48FC-BFD9-95E418013955}" dt="2026-09-03T14:00:36.223" v="1079" actId="20577"/>
        <pc:sldMkLst>
          <pc:docMk/>
          <pc:sldMk cId="2296132068" sldId="302"/>
        </pc:sldMkLst>
        <pc:spChg chg="mod">
          <ac:chgData name="Kaushang Tripathi" userId="5cd26d47de002b55" providerId="LiveId" clId="{F38BF206-2528-48FC-BFD9-95E418013955}" dt="2026-09-03T13:45:02.057" v="763" actId="20577"/>
          <ac:spMkLst>
            <pc:docMk/>
            <pc:sldMk cId="2296132068" sldId="302"/>
            <ac:spMk id="2" creationId="{9041286D-0B8B-95FF-FC29-A4719801A76F}"/>
          </ac:spMkLst>
        </pc:spChg>
        <pc:spChg chg="mod">
          <ac:chgData name="Kaushang Tripathi" userId="5cd26d47de002b55" providerId="LiveId" clId="{F38BF206-2528-48FC-BFD9-95E418013955}" dt="2026-09-03T14:00:36.223" v="1079" actId="20577"/>
          <ac:spMkLst>
            <pc:docMk/>
            <pc:sldMk cId="2296132068" sldId="302"/>
            <ac:spMk id="3" creationId="{27B2985C-6CD5-2D04-14A9-2B7E86E8CCA5}"/>
          </ac:spMkLst>
        </pc:spChg>
        <pc:spChg chg="del">
          <ac:chgData name="Kaushang Tripathi" userId="5cd26d47de002b55" providerId="LiveId" clId="{F38BF206-2528-48FC-BFD9-95E418013955}" dt="2026-09-03T13:45:08.518" v="764" actId="478"/>
          <ac:spMkLst>
            <pc:docMk/>
            <pc:sldMk cId="2296132068" sldId="302"/>
            <ac:spMk id="5" creationId="{CF007EA9-98EE-A9F4-17CB-EC00127E2A0C}"/>
          </ac:spMkLst>
        </pc:spChg>
        <pc:spChg chg="mod">
          <ac:chgData name="Kaushang Tripathi" userId="5cd26d47de002b55" providerId="LiveId" clId="{F38BF206-2528-48FC-BFD9-95E418013955}" dt="2026-09-03T13:48:21.735" v="905" actId="14100"/>
          <ac:spMkLst>
            <pc:docMk/>
            <pc:sldMk cId="2296132068" sldId="302"/>
            <ac:spMk id="6" creationId="{F5F13B19-AF5A-E602-DDBA-828CE0E30F9E}"/>
          </ac:spMkLst>
        </pc:spChg>
        <pc:spChg chg="del">
          <ac:chgData name="Kaushang Tripathi" userId="5cd26d47de002b55" providerId="LiveId" clId="{F38BF206-2528-48FC-BFD9-95E418013955}" dt="2026-09-03T13:46:19" v="781" actId="478"/>
          <ac:spMkLst>
            <pc:docMk/>
            <pc:sldMk cId="2296132068" sldId="302"/>
            <ac:spMk id="7" creationId="{182CDEFF-86CD-B05F-DB14-B4E298A96197}"/>
          </ac:spMkLst>
        </pc:spChg>
        <pc:spChg chg="del">
          <ac:chgData name="Kaushang Tripathi" userId="5cd26d47de002b55" providerId="LiveId" clId="{F38BF206-2528-48FC-BFD9-95E418013955}" dt="2026-09-03T13:46:21.186" v="782" actId="478"/>
          <ac:spMkLst>
            <pc:docMk/>
            <pc:sldMk cId="2296132068" sldId="302"/>
            <ac:spMk id="8" creationId="{617406F6-9C78-0306-C10F-B2916E64B9BF}"/>
          </ac:spMkLst>
        </pc:spChg>
        <pc:spChg chg="mod">
          <ac:chgData name="Kaushang Tripathi" userId="5cd26d47de002b55" providerId="LiveId" clId="{F38BF206-2528-48FC-BFD9-95E418013955}" dt="2026-09-03T13:46:53.189" v="797" actId="20577"/>
          <ac:spMkLst>
            <pc:docMk/>
            <pc:sldMk cId="2296132068" sldId="302"/>
            <ac:spMk id="9" creationId="{669EB5ED-B7B4-677A-8D69-97063EC45F57}"/>
          </ac:spMkLst>
        </pc:spChg>
        <pc:spChg chg="add mod">
          <ac:chgData name="Kaushang Tripathi" userId="5cd26d47de002b55" providerId="LiveId" clId="{F38BF206-2528-48FC-BFD9-95E418013955}" dt="2026-09-03T13:49:11.076" v="951" actId="1037"/>
          <ac:spMkLst>
            <pc:docMk/>
            <pc:sldMk cId="2296132068" sldId="302"/>
            <ac:spMk id="14" creationId="{54F827E2-5B55-A080-7377-CC4F2C214F0C}"/>
          </ac:spMkLst>
        </pc:spChg>
        <pc:spChg chg="add del mod">
          <ac:chgData name="Kaushang Tripathi" userId="5cd26d47de002b55" providerId="LiveId" clId="{F38BF206-2528-48FC-BFD9-95E418013955}" dt="2026-09-03T13:49:24.649" v="957"/>
          <ac:spMkLst>
            <pc:docMk/>
            <pc:sldMk cId="2296132068" sldId="302"/>
            <ac:spMk id="15" creationId="{F69893A0-0B4E-44E7-204B-BF1AAC718E0F}"/>
          </ac:spMkLst>
        </pc:spChg>
        <pc:picChg chg="add mod">
          <ac:chgData name="Kaushang Tripathi" userId="5cd26d47de002b55" providerId="LiveId" clId="{F38BF206-2528-48FC-BFD9-95E418013955}" dt="2026-09-03T13:48:35.692" v="910" actId="14100"/>
          <ac:picMkLst>
            <pc:docMk/>
            <pc:sldMk cId="2296132068" sldId="302"/>
            <ac:picMk id="11" creationId="{7FB1B877-B3D5-651E-B452-5C14F24867BB}"/>
          </ac:picMkLst>
        </pc:picChg>
        <pc:picChg chg="add mod">
          <ac:chgData name="Kaushang Tripathi" userId="5cd26d47de002b55" providerId="LiveId" clId="{F38BF206-2528-48FC-BFD9-95E418013955}" dt="2026-09-03T13:49:35.619" v="959" actId="14100"/>
          <ac:picMkLst>
            <pc:docMk/>
            <pc:sldMk cId="2296132068" sldId="302"/>
            <ac:picMk id="13" creationId="{E8C6C2B5-1CAB-315C-E93F-2615C43E3281}"/>
          </ac:picMkLst>
        </pc:picChg>
      </pc:sldChg>
      <pc:sldChg chg="delSp modSp new mod">
        <pc:chgData name="Kaushang Tripathi" userId="5cd26d47de002b55" providerId="LiveId" clId="{F38BF206-2528-48FC-BFD9-95E418013955}" dt="2026-09-03T14:02:48.999" v="1181" actId="20577"/>
        <pc:sldMkLst>
          <pc:docMk/>
          <pc:sldMk cId="2679307085" sldId="303"/>
        </pc:sldMkLst>
        <pc:spChg chg="mod">
          <ac:chgData name="Kaushang Tripathi" userId="5cd26d47de002b55" providerId="LiveId" clId="{F38BF206-2528-48FC-BFD9-95E418013955}" dt="2026-09-03T14:01:26.855" v="1126" actId="20577"/>
          <ac:spMkLst>
            <pc:docMk/>
            <pc:sldMk cId="2679307085" sldId="303"/>
            <ac:spMk id="2" creationId="{4FF320A4-17E8-C79A-F686-458A327E2DBE}"/>
          </ac:spMkLst>
        </pc:spChg>
        <pc:spChg chg="mod">
          <ac:chgData name="Kaushang Tripathi" userId="5cd26d47de002b55" providerId="LiveId" clId="{F38BF206-2528-48FC-BFD9-95E418013955}" dt="2026-09-03T14:02:43.789" v="1177" actId="207"/>
          <ac:spMkLst>
            <pc:docMk/>
            <pc:sldMk cId="2679307085" sldId="303"/>
            <ac:spMk id="3" creationId="{2D683857-3493-CF6B-19DB-739B8F009581}"/>
          </ac:spMkLst>
        </pc:spChg>
        <pc:spChg chg="mod">
          <ac:chgData name="Kaushang Tripathi" userId="5cd26d47de002b55" providerId="LiveId" clId="{F38BF206-2528-48FC-BFD9-95E418013955}" dt="2026-09-03T14:01:43.541" v="1153" actId="20577"/>
          <ac:spMkLst>
            <pc:docMk/>
            <pc:sldMk cId="2679307085" sldId="303"/>
            <ac:spMk id="4" creationId="{9DE9D876-F7CA-C658-31B4-4B1C9381D6A3}"/>
          </ac:spMkLst>
        </pc:spChg>
        <pc:spChg chg="del">
          <ac:chgData name="Kaushang Tripathi" userId="5cd26d47de002b55" providerId="LiveId" clId="{F38BF206-2528-48FC-BFD9-95E418013955}" dt="2026-09-03T14:01:31.521" v="1127" actId="478"/>
          <ac:spMkLst>
            <pc:docMk/>
            <pc:sldMk cId="2679307085" sldId="303"/>
            <ac:spMk id="6" creationId="{875A846D-5488-5209-D0AF-DAAD42E84214}"/>
          </ac:spMkLst>
        </pc:spChg>
        <pc:spChg chg="mod">
          <ac:chgData name="Kaushang Tripathi" userId="5cd26d47de002b55" providerId="LiveId" clId="{F38BF206-2528-48FC-BFD9-95E418013955}" dt="2026-09-03T14:02:48.999" v="1181" actId="20577"/>
          <ac:spMkLst>
            <pc:docMk/>
            <pc:sldMk cId="2679307085" sldId="303"/>
            <ac:spMk id="7" creationId="{334D9C17-EAF6-5C10-A59B-5CA3B08776E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FA9168-1AA0-4330-93C8-8A2BC786D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761D6-F269-4E92-99D5-40AC843D86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C0DD2-AAFF-40FB-B1D5-B76D6B9F63F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D8426-202C-4385-BEF1-8D0C15BC7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91F5F-CE2D-4C59-9BE8-D5C9660BC8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2E420-31C0-4FAB-9C47-370244A3A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93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AA7A3-4278-43C6-8774-F62FA0274339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DF500-FE05-4D50-AB42-37EDEB80A6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2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5A1ED5E-125E-4828-9BC6-A73A2C8B8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318288"/>
            <a:ext cx="8807116" cy="2387600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3052756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FB3C-F5CB-4FF4-9626-146326B1E46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28977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396630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2678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74AC-6E10-46E9-BC4A-4E3A595D534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15979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6874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582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49257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798-9F8A-4555-A128-691FDFB38DA9}" type="datetime1">
              <a:rPr lang="en-US" noProof="0" smtClean="0"/>
              <a:t>9/3/2026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7942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13969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01244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</a:t>
            </a:r>
            <a:br>
              <a:rPr lang="en-US" noProof="0"/>
            </a:br>
            <a:r>
              <a:rPr lang="en-US" noProof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C6A1-E569-4FC9-9D93-90A846C9C5BB}" type="datetime1">
              <a:rPr lang="en-US" noProof="0" smtClean="0"/>
              <a:t>9/3/2026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32986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2517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-1"/>
            <a:ext cx="12192000" cy="446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85756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50473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FBC92-456B-42A9-BBF5-ADCA2050DDCF}" type="datetime1">
              <a:rPr lang="en-US" noProof="0" smtClean="0"/>
              <a:t>9/3/2026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82423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8615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3775165"/>
            <a:ext cx="9971158" cy="2427923"/>
          </a:xfrm>
        </p:spPr>
        <p:txBody>
          <a:bodyPr>
            <a:normAutofit/>
          </a:bodyPr>
          <a:lstStyle>
            <a:lvl1pPr marL="0" indent="0"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99D1-A115-46CA-B10A-279193A83BBC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81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3133484"/>
            <a:ext cx="10515600" cy="24279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E1783-EEF8-44D1-A300-8D20A32BB2D3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33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CF94AF4-4F78-4DA5-8571-FD66FFA6313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1" y="546844"/>
            <a:ext cx="8997738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520" y="3581731"/>
            <a:ext cx="8997737" cy="22304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C37E-76B3-4A0D-BCD1-C5A52A858D66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400" y="6159402"/>
            <a:ext cx="278816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8" y="244717"/>
            <a:ext cx="72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2" y="161638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20" y="1757035"/>
            <a:ext cx="8997737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0938200" y="1341281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1016" y="1377655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0265F1-E793-484F-ADC9-31450ADF8B0E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8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409" y="2588054"/>
            <a:ext cx="5228216" cy="31229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2C234-967A-4CF5-82BF-1AF9EBDCBA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dirty="0"/>
              <a:t>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145" y="2138878"/>
            <a:ext cx="4361941" cy="31229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65D4-BE98-46E3-A6B7-4F34A5E5D254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05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316701"/>
            <a:ext cx="10515600" cy="150018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083026"/>
            <a:ext cx="10515600" cy="770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60C0-AC53-4D64-ABD7-4A55C0A77859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00A71E-3FCF-4E9F-9CE1-57411851763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65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781919"/>
            <a:ext cx="10515600" cy="150018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548244"/>
            <a:ext cx="10515600" cy="770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C66F-F4C2-4254-902A-540C5FFDD766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8800" y="6159402"/>
            <a:ext cx="2919886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318600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4405945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956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8820" y="4537309"/>
            <a:ext cx="9384760" cy="915873"/>
          </a:xfrm>
        </p:spPr>
        <p:txBody>
          <a:bodyPr anchor="b">
            <a:normAutofit/>
          </a:bodyPr>
          <a:lstStyle>
            <a:lvl1pPr>
              <a:defRPr sz="400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SECTION DIVIDER SLIDE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BAA4CC-3D2B-49F9-B077-001CA4738B89}"/>
              </a:ext>
            </a:extLst>
          </p:cNvPr>
          <p:cNvSpPr/>
          <p:nvPr userDrawn="1"/>
        </p:nvSpPr>
        <p:spPr>
          <a:xfrm>
            <a:off x="0" y="0"/>
            <a:ext cx="12192000" cy="444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53F6-9CD2-44E4-BBC5-2899F0ED8F6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8819" y="6159402"/>
            <a:ext cx="2616158" cy="38420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2523DB2-F162-4E92-B6E1-B5E87D5D8ACF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16CC9B7-E806-4C95-96A5-EEEEBB4E99A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98820" y="5702936"/>
            <a:ext cx="9384760" cy="52693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5F7760-B839-4F89-B618-3371C8B08414}"/>
              </a:ext>
            </a:extLst>
          </p:cNvPr>
          <p:cNvCxnSpPr/>
          <p:nvPr userDrawn="1"/>
        </p:nvCxnSpPr>
        <p:spPr>
          <a:xfrm>
            <a:off x="1838883" y="5560637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20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7245BE-F984-498B-9CBB-C4DDD775060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0" y="2316701"/>
            <a:ext cx="9556063" cy="150018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27520" y="4083026"/>
            <a:ext cx="9556064" cy="770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9AD0-5F22-4AC8-A079-4E7FF62CE0BA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1285167" y="255684"/>
            <a:ext cx="72000" cy="341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666742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8760C4-08C1-4929-A6AE-568F678838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9AE345-7CB6-4F86-99E6-C8B881714A2B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40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FA05-2726-422B-A595-CD6EE4C03A2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990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C830-91D4-4D76-B486-41F29E6EE30C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Slide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929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7A75830-97F6-4D74-A47F-8CD50EFD37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55260-6F71-4500-AA56-E197C8A5E92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D988384-E3A4-482D-94EF-A8F8894AA50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10145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59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A30FC14-A5B3-4B00-8DE8-B6E28CF32743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015247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DAC08-B52B-4DCC-9D22-E4E54E711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4744" y="3386142"/>
            <a:ext cx="5183188" cy="2015247"/>
          </a:xfrm>
        </p:spPr>
        <p:txBody>
          <a:bodyPr>
            <a:normAutofit/>
          </a:bodyPr>
          <a:lstStyle>
            <a:lvl1pPr marL="18000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1007-55FE-4B9E-99B0-5FCA5C63BEE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277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BBFDD45-3FE7-46CA-9142-8DBABF181C2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1A2B-ADE3-40A2-A02A-09FC8B80F73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8" y="255684"/>
            <a:ext cx="72000" cy="1573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8791ED-1F60-48B9-B73C-7835714E670D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F968FAF7-548C-4383-BE8C-5A194EC21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EDEE03-9903-44CE-8EB8-22B19F5E8DD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E8DF3E-FD5B-4215-B847-DFFB761C21A4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2B73E5D-AD65-4FEE-89DE-2E2643A34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10D0906-57D4-410E-823B-3BAD416949E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10145" y="3386142"/>
            <a:ext cx="5157787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39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8" y="2272009"/>
            <a:ext cx="4759643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13D-DE21-4303-8F9D-A21ACDBC3B69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227200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57A12BA-9C40-44B2-BB42-FE7A1F89A09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27519" y="3386142"/>
            <a:ext cx="4783074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16A390F6-1520-488F-97A9-78F0B211900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911271" y="3386142"/>
            <a:ext cx="4783075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0267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9" y="2272009"/>
            <a:ext cx="4540672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TWO CONTENT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E45D-B5D1-4EF4-9967-78E83BC898CC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227200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0E9747C-D5E4-4606-9D3D-103BF578726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527519" y="3386142"/>
            <a:ext cx="4559068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C45F91F2-CC9B-43AA-A5DF-A0BCEB34275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11271" y="3386142"/>
            <a:ext cx="4783069" cy="2773258"/>
          </a:xfrm>
        </p:spPr>
        <p:txBody>
          <a:bodyPr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79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FDF157-A493-4A5F-9B08-356A30F203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PICTURE SLIDE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17F-C031-4630-8FA3-EE6012C20DE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91E214-8AE6-4CA6-B994-7A8BDD0B394C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C95F487E-1B8C-4FBA-95B3-043C11DA1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912DCD-5EAD-419F-BF95-02B45172E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59525"/>
            <a:ext cx="12192000" cy="4517136"/>
          </a:xfrm>
          <a:solidFill>
            <a:schemeClr val="bg1">
              <a:alpha val="5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327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DB8CD8-F2C6-48F5-8A73-E5FB643BC475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PICTURE SLIDE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CC0F-AE50-44ED-8007-5467636E4C4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91E214-8AE6-4CA6-B994-7A8BDD0B394C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C95F487E-1B8C-4FBA-95B3-043C11DA1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912DCD-5EAD-419F-BF95-02B45172E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59525"/>
            <a:ext cx="12192000" cy="3872910"/>
          </a:xfrm>
          <a:solidFill>
            <a:schemeClr val="bg1">
              <a:alpha val="5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5C7F29-6151-4F91-80D1-C96C51C06795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10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and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50F2065-1E46-45F4-8B82-40AFF3B380E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PICTURE SLIDE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CE4A-56A6-49EC-A673-D7F2D2D770DB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6000" y="1659525"/>
            <a:ext cx="11700000" cy="4517136"/>
          </a:xfrm>
          <a:solidFill>
            <a:schemeClr val="bg1">
              <a:alpha val="5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58BD2B-1B9B-49E6-8C1A-77F7A60420D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17DA84B-7C7B-413F-9A4E-88B7975E1C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3C73EB-9DF5-425B-B9EA-BADEC34670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099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and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90DA0444-D1E1-48F5-9158-243679F7B63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167439"/>
            <a:ext cx="12192000" cy="4009222"/>
          </a:xfrm>
          <a:solidFill>
            <a:schemeClr val="bg1">
              <a:alpha val="5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2B0D-49A2-441C-B800-8DA3FF9758C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39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7" y="4435638"/>
            <a:ext cx="8807116" cy="1571359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5FDB-2FE7-44AD-B9BD-8BEF95F4195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311598-88E6-4CCA-AFD4-E5D87D3AAF1D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6897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9B2A5FC-034D-4F4C-833F-A3DDC66E3E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FB07-8F96-4A12-BC7E-21F8E0954886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3687653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409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A48C424-A3E8-45D9-A344-780A64F65F99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CHART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0E14-8D81-41DD-8E4A-1160D6D337E4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017154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2931545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561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0540321-6794-45E5-A403-F840A499D67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226BC7-E49E-4871-8B90-93766E659C8E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FD1F1BF-3901-435E-A225-44921D7097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A349A95-A047-4A05-83FB-F32C38181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25738-C96E-44D6-94FE-78EC73B1131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8" y="255842"/>
            <a:ext cx="72000" cy="1033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3687653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F95BF2-B52F-4059-BC20-4B61F5F92FC3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985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8" y="2272009"/>
            <a:ext cx="4759643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398F-A7F5-4300-AD8D-F2211496F36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5328" y="3386142"/>
            <a:ext cx="4759643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141475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1272" y="2528891"/>
            <a:ext cx="4783083" cy="3630507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670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CD2376-834B-4EE0-BA14-A9AEA2135615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9" y="2272009"/>
            <a:ext cx="4540672" cy="823912"/>
          </a:xfrm>
        </p:spPr>
        <p:txBody>
          <a:bodyPr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69A2-DE74-4722-929F-847049DD6A4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5329" y="3386142"/>
            <a:ext cx="4540672" cy="277325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1414759"/>
            <a:ext cx="4783083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1272" y="2528891"/>
            <a:ext cx="4783083" cy="3630507"/>
          </a:xfrm>
        </p:spPr>
        <p:txBody>
          <a:bodyPr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3516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C33DF7-D0A2-49E4-BF1D-6DC097E62D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52069"/>
            <a:ext cx="3932237" cy="23909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WITH</a:t>
            </a:r>
            <a:br>
              <a:rPr lang="en-US" dirty="0"/>
            </a:br>
            <a:r>
              <a:rPr lang="en-US" dirty="0"/>
              <a:t>CAPTION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0"/>
            <a:ext cx="5231567" cy="6857999"/>
          </a:xfrm>
          <a:solidFill>
            <a:schemeClr val="bg1">
              <a:alpha val="3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00" y="328371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DD192-6800-47D0-90F1-7D91FE57976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20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3ED311-FC15-4C06-8B1C-5C57F3F9A78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95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D1F5F9-2E42-493E-906D-AA9F7D5F0880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47703"/>
            <a:ext cx="6291150" cy="1328497"/>
          </a:xfrm>
        </p:spPr>
        <p:txBody>
          <a:bodyPr anchor="b">
            <a:noAutofit/>
          </a:bodyPr>
          <a:lstStyle>
            <a:lvl1pPr>
              <a:defRPr sz="400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PICTURE WITH</a:t>
            </a:r>
            <a:br>
              <a:rPr lang="en-US" dirty="0"/>
            </a:br>
            <a:r>
              <a:rPr lang="en-US" dirty="0"/>
              <a:t>CAPTION 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950934"/>
            <a:ext cx="12192000" cy="2581498"/>
          </a:xfrm>
          <a:solidFill>
            <a:schemeClr val="bg1">
              <a:alpha val="3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00" y="2216910"/>
            <a:ext cx="6291150" cy="654726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C1E2-BCC4-44B2-A3D7-036C18CBFA1C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1723" cy="181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2102969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707FDA-D4BE-43FA-91CD-CBA55EB8CA17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538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01289E2-E0FB-4100-99AE-FC48AB519EE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52069"/>
            <a:ext cx="3932237" cy="23909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WITH</a:t>
            </a:r>
            <a:br>
              <a:rPr lang="en-US" dirty="0"/>
            </a:br>
            <a:r>
              <a:rPr lang="en-US" dirty="0"/>
              <a:t>CAPTION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255600"/>
            <a:ext cx="5231567" cy="6346800"/>
          </a:xfrm>
          <a:solidFill>
            <a:schemeClr val="bg1">
              <a:alpha val="3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00" y="328371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9723-4BF4-48A4-B5CD-B482435A894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20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F50E9D-E2D8-41FB-816D-829494C06AD8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C17ED7B-D5EA-4FB8-8E1B-F04BFE982E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992C28-7C5F-479C-A649-564EFD0EEAB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1F0C21-A9B5-47E2-93F8-6226D37312FC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4376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C33DF7-D0A2-49E4-BF1D-6DC097E62D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1" y="652069"/>
            <a:ext cx="3490800" cy="23909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PICTURE</a:t>
            </a:r>
            <a:br>
              <a:rPr lang="en-US" dirty="0"/>
            </a:br>
            <a:r>
              <a:rPr lang="en-US" dirty="0"/>
              <a:t>WITH</a:t>
            </a:r>
            <a:br>
              <a:rPr lang="en-US" dirty="0"/>
            </a:br>
            <a:r>
              <a:rPr lang="en-US" dirty="0"/>
              <a:t>CAPTION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0"/>
            <a:ext cx="5231567" cy="6857999"/>
          </a:xfrm>
          <a:solidFill>
            <a:schemeClr val="bg1">
              <a:alpha val="3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9351" y="3283710"/>
            <a:ext cx="3490800" cy="2439988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F4EC-7DDE-4C95-9956-59513BFBB06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1277838" y="837332"/>
            <a:ext cx="72843" cy="2042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65941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3ED311-FC15-4C06-8B1C-5C57F3F9A78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0207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20892" y="5027253"/>
            <a:ext cx="5373461" cy="1132143"/>
          </a:xfrm>
        </p:spPr>
        <p:txBody>
          <a:bodyPr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6A7686-9AC4-4F00-9096-A661393BEBDC}"/>
              </a:ext>
            </a:extLst>
          </p:cNvPr>
          <p:cNvCxnSpPr/>
          <p:nvPr userDrawn="1"/>
        </p:nvCxnSpPr>
        <p:spPr>
          <a:xfrm>
            <a:off x="1838883" y="607270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6" y="4626870"/>
            <a:ext cx="4626665" cy="1389106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PICTURE</a:t>
            </a:r>
            <a:br>
              <a:rPr lang="en-US" noProof="0"/>
            </a:br>
            <a:r>
              <a:rPr lang="en-US" noProof="0"/>
              <a:t>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7C77-DBB5-4D0F-9120-27BDB5B99C32}" type="datetime1">
              <a:rPr lang="en-US" noProof="0" smtClean="0"/>
              <a:t>9/3/2026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88D115-EF5A-444B-AD3E-D2EE18401B4A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4624940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7DDE-1A3D-4921-8DA7-F028633C78C6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0"/>
            <a:ext cx="72000" cy="11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3059153"/>
            <a:ext cx="3256674" cy="4994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3059153"/>
            <a:ext cx="3256674" cy="4994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3059153"/>
            <a:ext cx="3256674" cy="4994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5170358"/>
            <a:ext cx="3256674" cy="4994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5170358"/>
            <a:ext cx="3256674" cy="4994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5170358"/>
            <a:ext cx="3256674" cy="4994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706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1237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4768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7706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1237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04768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014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427B840-CC27-4923-A00E-7899AF7A4460}"/>
              </a:ext>
            </a:extLst>
          </p:cNvPr>
          <p:cNvSpPr/>
          <p:nvPr userDrawn="1"/>
        </p:nvSpPr>
        <p:spPr>
          <a:xfrm>
            <a:off x="0" y="5764039"/>
            <a:ext cx="12192000" cy="109396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45270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6B8C-51E0-4512-9EB9-DD1BB238734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0"/>
            <a:ext cx="72000" cy="11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45270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45270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56391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56391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56391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287627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287627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287627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498747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498747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498747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123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654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185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4123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654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185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96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0994831-EE46-4DEA-9077-4FEBBCD60EB3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65FF-3A74-4B0F-9624-362545A943D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244444"/>
            <a:ext cx="72000" cy="907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6355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7467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30591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30591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30591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51703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51703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51703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123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654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185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4123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654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185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C8F712-6C02-43F3-8A0A-5DCA975E7C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B62D71-4318-4C96-828A-D19FFBFA7BDA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12E8DD1E-B3CA-4756-A792-B476AFA9A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03F760-AD2F-4611-99B6-58C4666AEBA1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182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8B35B-55DE-4D82-AAED-127142AD1F9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C031692-3E92-4C7E-A067-5F49BD126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84400" y="838800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386001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924863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463725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1386001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924863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463725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52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4724400" y="0"/>
            <a:ext cx="74676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1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41BB-2CCE-42E8-8A4D-47586555D34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2 Title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3 Title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4 Title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5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Item 6 Title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386001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924863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463725" y="3516353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1386001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924863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463725" y="5627558"/>
            <a:ext cx="3256674" cy="499493"/>
          </a:xfrm>
        </p:spPr>
        <p:txBody>
          <a:bodyPr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621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85FB182-4CCC-45D7-A2A4-A593CA00EB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E2AFE-9147-47F3-ADFE-AD251E989D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4400" y="1144587"/>
            <a:ext cx="9395400" cy="1483413"/>
          </a:xfrm>
        </p:spPr>
        <p:txBody>
          <a:bodyPr>
            <a:noAutofit/>
          </a:bodyPr>
          <a:lstStyle>
            <a:lvl1pPr>
              <a:defRPr sz="5500"/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46BDE-7853-435A-80A6-D25940D1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F1A0-84E6-4AA0-9183-7CA10A278BD9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3E82-A916-403C-8BE8-252132A9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F2326-238E-4FE6-8842-680DE4A0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9D0891-2A9E-4F35-82BE-7966AECBB0F1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52F6420-3AFC-4D7F-A45D-56EA5EFC0D1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812758" y="3038688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C78E93-F6DF-44C7-A9BB-D035C397BFD5}"/>
              </a:ext>
            </a:extLst>
          </p:cNvPr>
          <p:cNvCxnSpPr/>
          <p:nvPr userDrawn="1"/>
        </p:nvCxnSpPr>
        <p:spPr>
          <a:xfrm>
            <a:off x="1957137" y="288364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7BFFD5-4519-4811-BDD2-3B0318780ACC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4E36001-6B54-4F6D-9532-965904F3C3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5377580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058583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-1" y="0"/>
            <a:ext cx="12191989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9F772-C659-4F6E-A95D-21349475745A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06893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5349505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332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63075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389B-1365-4D57-8640-FE32C76A82BF}" type="datetime1">
              <a:rPr lang="en-US" noProof="0" smtClean="0"/>
              <a:t>9/3/2026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08027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06893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0836357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D61DF5-2BE6-40B6-97DF-A161EF9520AA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306-77B6-40D8-8A71-1A24515FE48B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13936"/>
            <a:ext cx="1460500" cy="481013"/>
          </a:xfrm>
        </p:spPr>
        <p:txBody>
          <a:bodyPr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027339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444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64500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43285"/>
            <a:ext cx="9144000" cy="601840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3CFD-4D7A-41AC-A46D-B09F422513E8}" type="datetime1">
              <a:rPr lang="en-US" noProof="0" smtClean="0"/>
              <a:t>9/3/2026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5CBEC59-7FF9-4688-98DF-89832A0C902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75710E-5533-4BB2-A66B-352BB2B1F9CB}"/>
              </a:ext>
            </a:extLst>
          </p:cNvPr>
          <p:cNvCxnSpPr/>
          <p:nvPr userDrawn="1"/>
        </p:nvCxnSpPr>
        <p:spPr>
          <a:xfrm>
            <a:off x="1957137" y="5823067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18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E1EAD-812A-4236-9F79-679D72C2B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873" y="6187538"/>
            <a:ext cx="3256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38A25-0817-41BC-96A5-5012FE15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28A22-3D06-43EE-BD32-97F90FEA1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C635-0473-40DB-A82D-46D5F635B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fld id="{7E5F88F2-B164-4B6F-A4D1-FF377EA65B7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D12B9-96FA-4883-88FA-2071321A4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9751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tx2"/>
                </a:solidFill>
              </a:defRPr>
            </a:lvl1pPr>
          </a:lstStyle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7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50" r:id="rId6"/>
    <p:sldLayoutId id="2147483663" r:id="rId7"/>
    <p:sldLayoutId id="2147483664" r:id="rId8"/>
    <p:sldLayoutId id="2147483665" r:id="rId9"/>
    <p:sldLayoutId id="2147483666" r:id="rId10"/>
    <p:sldLayoutId id="2147483651" r:id="rId11"/>
    <p:sldLayoutId id="2147483670" r:id="rId12"/>
    <p:sldLayoutId id="2147483667" r:id="rId13"/>
    <p:sldLayoutId id="2147483668" r:id="rId14"/>
    <p:sldLayoutId id="2147483671" r:id="rId15"/>
    <p:sldLayoutId id="2147483669" r:id="rId16"/>
    <p:sldLayoutId id="2147483653" r:id="rId17"/>
    <p:sldLayoutId id="2147483672" r:id="rId18"/>
    <p:sldLayoutId id="2147483673" r:id="rId19"/>
    <p:sldLayoutId id="2147483674" r:id="rId20"/>
    <p:sldLayoutId id="2147483676" r:id="rId21"/>
    <p:sldLayoutId id="2147483652" r:id="rId22"/>
    <p:sldLayoutId id="2147483677" r:id="rId23"/>
    <p:sldLayoutId id="2147483678" r:id="rId24"/>
    <p:sldLayoutId id="2147483679" r:id="rId25"/>
    <p:sldLayoutId id="2147483681" r:id="rId26"/>
    <p:sldLayoutId id="2147483654" r:id="rId27"/>
    <p:sldLayoutId id="2147483682" r:id="rId28"/>
    <p:sldLayoutId id="2147483683" r:id="rId29"/>
    <p:sldLayoutId id="2147483684" r:id="rId30"/>
    <p:sldLayoutId id="2147483685" r:id="rId31"/>
    <p:sldLayoutId id="2147483657" r:id="rId32"/>
    <p:sldLayoutId id="2147483686" r:id="rId33"/>
    <p:sldLayoutId id="2147483687" r:id="rId34"/>
    <p:sldLayoutId id="2147483688" r:id="rId35"/>
    <p:sldLayoutId id="2147483689" r:id="rId36"/>
    <p:sldLayoutId id="2147483656" r:id="rId37"/>
    <p:sldLayoutId id="2147483690" r:id="rId38"/>
    <p:sldLayoutId id="2147483691" r:id="rId39"/>
    <p:sldLayoutId id="2147483692" r:id="rId40"/>
    <p:sldLayoutId id="2147483697" r:id="rId41"/>
    <p:sldLayoutId id="2147483658" r:id="rId42"/>
    <p:sldLayoutId id="2147483693" r:id="rId43"/>
    <p:sldLayoutId id="2147483694" r:id="rId44"/>
    <p:sldLayoutId id="2147483695" r:id="rId45"/>
    <p:sldLayoutId id="2147483696" r:id="rId4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67615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black%20background%20spotlight?page=1&amp;sort=curated" TargetMode="External"/><Relationship Id="rId2" Type="http://schemas.openxmlformats.org/officeDocument/2006/relationships/image" Target="../media/image20.1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ublicaio/publica-author-development-report-issue-1-21300c09e307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methods" TargetMode="External"/><Relationship Id="rId2" Type="http://schemas.openxmlformats.org/officeDocument/2006/relationships/image" Target="../media/image22.1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uliencrego.com/cours/css-et-la-disposition-en-grille-ou-grid-layout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heidicohen.com/books/marketing-rebellion/" TargetMode="External"/><Relationship Id="rId3" Type="http://schemas.openxmlformats.org/officeDocument/2006/relationships/hyperlink" Target="https://freepngimg.com/png/27386-container-photos" TargetMode="External"/><Relationship Id="rId7" Type="http://schemas.openxmlformats.org/officeDocument/2006/relationships/image" Target="../media/image31.png"/><Relationship Id="rId12" Type="http://schemas.openxmlformats.org/officeDocument/2006/relationships/hyperlink" Target="https://koolinus.wordpress.com/tag/payment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essd.copernicus.org/articles/12/321/2020/index.html" TargetMode="External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32.svg"/><Relationship Id="rId4" Type="http://schemas.openxmlformats.org/officeDocument/2006/relationships/image" Target="../media/image29.svg"/><Relationship Id="rId9" Type="http://schemas.openxmlformats.org/officeDocument/2006/relationships/hyperlink" Target="https://creativecommons.org/licenses/by-nc-sa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A173-4917-43E5-B91C-3914C1A8D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E-Commerce Data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9D82B-F86A-4C04-9207-B25F53939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KAUSHANG TRIPATHI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84CCC-9AB9-41BA-BF31-C9CA5A1218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50017" y="1013969"/>
            <a:ext cx="1626531" cy="601840"/>
          </a:xfrm>
        </p:spPr>
        <p:txBody>
          <a:bodyPr>
            <a:normAutofit/>
          </a:bodyPr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1306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75E2-C7E9-4CDE-A3E7-DB7E770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043"/>
            <a:ext cx="5486400" cy="153658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Executive 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17046-E8D4-4851-862C-0BF84D8D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E-Commerce data pipeline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C0AEA-646D-49DC-8618-CEFD7013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252A41-D1CF-4A54-AC0D-995C22071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35F7A-4AA1-07CF-9F22-5D69CB671494}"/>
              </a:ext>
            </a:extLst>
          </p:cNvPr>
          <p:cNvSpPr txBox="1"/>
          <p:nvPr/>
        </p:nvSpPr>
        <p:spPr>
          <a:xfrm>
            <a:off x="123825" y="1060682"/>
            <a:ext cx="11820525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Purpose of the Project</a:t>
            </a:r>
            <a:r>
              <a:rPr lang="en-IN" dirty="0">
                <a:solidFill>
                  <a:srgbClr val="FFFF00"/>
                </a:solidFill>
              </a:rPr>
              <a:t> Transform raw e‑commerce transactional data into </a:t>
            </a:r>
            <a:r>
              <a:rPr lang="en-IN" b="1" dirty="0">
                <a:solidFill>
                  <a:srgbClr val="FFFF00"/>
                </a:solidFill>
              </a:rPr>
              <a:t>clean, structured, and insightful information</a:t>
            </a:r>
            <a:r>
              <a:rPr lang="en-IN" dirty="0">
                <a:solidFill>
                  <a:srgbClr val="FFFF00"/>
                </a:solidFill>
              </a:rPr>
              <a:t> using SQL, Python, and Power BI.</a:t>
            </a:r>
          </a:p>
          <a:p>
            <a:r>
              <a:rPr lang="en-IN" b="1" dirty="0">
                <a:solidFill>
                  <a:srgbClr val="FFFF00"/>
                </a:solidFill>
              </a:rPr>
              <a:t>Workflow Overview</a:t>
            </a:r>
            <a:endParaRPr lang="en-IN" dirty="0">
              <a:solidFill>
                <a:srgbClr val="FFFF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</a:rPr>
              <a:t>SQL</a:t>
            </a:r>
            <a:r>
              <a:rPr lang="en-IN" dirty="0">
                <a:solidFill>
                  <a:srgbClr val="FFFF00"/>
                </a:solidFill>
              </a:rPr>
              <a:t> – Create tables, insert data, clean inconsistencies, and run analysis queries.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</a:rPr>
              <a:t>Python</a:t>
            </a:r>
            <a:r>
              <a:rPr lang="en-IN" dirty="0">
                <a:solidFill>
                  <a:srgbClr val="FFFF00"/>
                </a:solidFill>
              </a:rPr>
              <a:t> – Automate query execution, export results into CSV files.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</a:rPr>
              <a:t>Power BI</a:t>
            </a:r>
            <a:r>
              <a:rPr lang="en-IN" dirty="0">
                <a:solidFill>
                  <a:srgbClr val="FFFF00"/>
                </a:solidFill>
              </a:rPr>
              <a:t> – Import CSVs, build dashboards, and visualize KPIs.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</a:rPr>
              <a:t>Report</a:t>
            </a:r>
            <a:r>
              <a:rPr lang="en-IN" dirty="0">
                <a:solidFill>
                  <a:srgbClr val="FFFF00"/>
                </a:solidFill>
              </a:rPr>
              <a:t> – Present findings and insights in a structured format.</a:t>
            </a:r>
          </a:p>
          <a:p>
            <a:r>
              <a:rPr lang="en-IN" b="1" dirty="0">
                <a:solidFill>
                  <a:srgbClr val="FFFF00"/>
                </a:solidFill>
              </a:rPr>
              <a:t>Key Deliverables</a:t>
            </a:r>
            <a:endParaRPr lang="en-IN" dirty="0">
              <a:solidFill>
                <a:srgbClr val="FFFF00"/>
              </a:solidFill>
            </a:endParaRPr>
          </a:p>
          <a:p>
            <a:pPr lvl="0"/>
            <a:r>
              <a:rPr lang="en-IN" dirty="0">
                <a:solidFill>
                  <a:srgbClr val="FFFF00"/>
                </a:solidFill>
              </a:rPr>
              <a:t>Cleaned dataset ready for analysis.</a:t>
            </a:r>
          </a:p>
          <a:p>
            <a:pPr lvl="0"/>
            <a:r>
              <a:rPr lang="en-IN" dirty="0">
                <a:solidFill>
                  <a:srgbClr val="FFFF00"/>
                </a:solidFill>
              </a:rPr>
              <a:t>Automated CSV outputs for business queries.</a:t>
            </a:r>
          </a:p>
          <a:p>
            <a:pPr lvl="0"/>
            <a:r>
              <a:rPr lang="en-IN" dirty="0">
                <a:solidFill>
                  <a:srgbClr val="FFFF00"/>
                </a:solidFill>
              </a:rPr>
              <a:t>Interactive Power BI dashboard with KPIs and charts.</a:t>
            </a:r>
          </a:p>
          <a:p>
            <a:pPr lvl="0"/>
            <a:r>
              <a:rPr lang="en-IN" dirty="0">
                <a:solidFill>
                  <a:srgbClr val="FFFF00"/>
                </a:solidFill>
              </a:rPr>
              <a:t>Final report summarizing insights and recommendations.</a:t>
            </a:r>
          </a:p>
          <a:p>
            <a:r>
              <a:rPr lang="en-IN" b="1" dirty="0">
                <a:solidFill>
                  <a:srgbClr val="FFFF00"/>
                </a:solidFill>
              </a:rPr>
              <a:t>Business Impact</a:t>
            </a:r>
            <a:endParaRPr lang="en-IN" dirty="0">
              <a:solidFill>
                <a:srgbClr val="FFFF00"/>
              </a:solidFill>
            </a:endParaRPr>
          </a:p>
          <a:p>
            <a:pPr lvl="0"/>
            <a:r>
              <a:rPr lang="en-IN" dirty="0">
                <a:solidFill>
                  <a:srgbClr val="FFFF00"/>
                </a:solidFill>
              </a:rPr>
              <a:t>Identify top products and customers.</a:t>
            </a:r>
          </a:p>
          <a:p>
            <a:pPr lvl="0"/>
            <a:r>
              <a:rPr lang="en-IN" dirty="0">
                <a:solidFill>
                  <a:srgbClr val="FFFF00"/>
                </a:solidFill>
              </a:rPr>
              <a:t>Track monthly revenue trends.</a:t>
            </a:r>
          </a:p>
          <a:p>
            <a:pPr lvl="0"/>
            <a:r>
              <a:rPr lang="en-IN" dirty="0">
                <a:solidFill>
                  <a:srgbClr val="FFFF00"/>
                </a:solidFill>
              </a:rPr>
              <a:t>Detect declining sales early.</a:t>
            </a:r>
          </a:p>
          <a:p>
            <a:pPr lvl="0"/>
            <a:r>
              <a:rPr lang="en-IN" dirty="0">
                <a:solidFill>
                  <a:srgbClr val="FFFF00"/>
                </a:solidFill>
              </a:rPr>
              <a:t>Understand customer behaviour (repeat buyers, inactive customers, payment preferences).</a:t>
            </a:r>
          </a:p>
          <a:p>
            <a:pPr lvl="0"/>
            <a:endParaRPr lang="en-IN" sz="1600" dirty="0">
              <a:solidFill>
                <a:srgbClr val="FFFF00"/>
              </a:solidFill>
            </a:endParaRPr>
          </a:p>
          <a:p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92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2A17-DC4D-24AA-8017-E163833A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F494-51A2-2FD0-18C5-4B5773B5E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"/>
            <a:ext cx="6095999" cy="6477000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🧹</a:t>
            </a:r>
            <a:r>
              <a:rPr lang="en-IN" sz="2400" b="1" dirty="0"/>
              <a:t>Data Cleaning</a:t>
            </a:r>
            <a:r>
              <a:rPr lang="en-IN" sz="2400" dirty="0"/>
              <a:t> Ensure raw e‑commerce data is consistent, accurate, and free of duplicates or missing values.</a:t>
            </a:r>
          </a:p>
          <a:p>
            <a:pPr lvl="0"/>
            <a:r>
              <a:rPr lang="en-IN" sz="2400" dirty="0"/>
              <a:t>📊</a:t>
            </a:r>
            <a:r>
              <a:rPr lang="en-IN" sz="2400" b="1" dirty="0"/>
              <a:t>Data Analysis</a:t>
            </a:r>
            <a:r>
              <a:rPr lang="en-IN" sz="2400" dirty="0"/>
              <a:t> Write SQL queries to uncover business insights such as top products, customer revenue, monthly trends, and declining sales.</a:t>
            </a:r>
          </a:p>
          <a:p>
            <a:pPr lvl="0"/>
            <a:r>
              <a:rPr lang="en-IN" sz="2400" dirty="0"/>
              <a:t>🐍</a:t>
            </a:r>
            <a:r>
              <a:rPr lang="en-IN" sz="2400" b="1" dirty="0"/>
              <a:t>Automation</a:t>
            </a:r>
            <a:r>
              <a:rPr lang="en-IN" sz="2400" dirty="0"/>
              <a:t> Use Python scripts to execute SQL queries automatically and export results into CSV files for reporting.</a:t>
            </a:r>
          </a:p>
          <a:p>
            <a:pPr lvl="0"/>
            <a:r>
              <a:rPr lang="en-IN" sz="2400" dirty="0"/>
              <a:t>📈</a:t>
            </a:r>
            <a:r>
              <a:rPr lang="en-IN" sz="2400" b="1" dirty="0"/>
              <a:t>Visualization</a:t>
            </a:r>
            <a:r>
              <a:rPr lang="en-IN" sz="2400" dirty="0"/>
              <a:t> Import CSV outputs into Power BI to build interactive dashboards with KPIs and charts.</a:t>
            </a:r>
          </a:p>
          <a:p>
            <a:pPr lvl="0"/>
            <a:r>
              <a:rPr lang="en-IN" sz="2400" dirty="0"/>
              <a:t>📑</a:t>
            </a:r>
            <a:r>
              <a:rPr lang="en-IN" sz="2400" b="1" dirty="0"/>
              <a:t>Reporting</a:t>
            </a:r>
            <a:r>
              <a:rPr lang="en-IN" sz="2400" dirty="0"/>
              <a:t> Summarize findings in a structured report (PowerPoint) to communicate insights clearly to stakeholders.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22460-781E-FC47-152E-51A0411A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E-Commerce data pipeline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2C2B8-F575-4B30-34FC-D223CDA6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A27988-D6A6-120E-B941-D4EAB73E6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41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71DD-D1ED-4494-BAB0-E44D8446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088409-0EAA-441A-9E25-8CC3324E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E-Commerce Data Pipeline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B47294-B529-4908-976B-4F8ECE7A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968E-142A-49A3-8ED6-285EDE03F3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BF507-75ED-4F09-959F-8E0854B6033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0" y="1885949"/>
            <a:ext cx="12191999" cy="4467226"/>
          </a:xfrm>
        </p:spPr>
        <p:txBody>
          <a:bodyPr>
            <a:normAutofit lnSpcReduction="10000"/>
          </a:bodyPr>
          <a:lstStyle/>
          <a:p>
            <a:pPr lvl="0"/>
            <a:r>
              <a:rPr lang="en-IN" b="1" dirty="0"/>
              <a:t>Data Source</a:t>
            </a:r>
            <a:endParaRPr lang="en-IN" dirty="0"/>
          </a:p>
          <a:p>
            <a:pPr lvl="1"/>
            <a:r>
              <a:rPr lang="en-IN" dirty="0"/>
              <a:t>Raw dataset stored in 1data/ (customers, products, orders, payments).</a:t>
            </a:r>
          </a:p>
          <a:p>
            <a:pPr lvl="1"/>
            <a:r>
              <a:rPr lang="en-IN" dirty="0"/>
              <a:t>CSV files serve as the foundation for the pipeline.</a:t>
            </a:r>
          </a:p>
          <a:p>
            <a:pPr lvl="0"/>
            <a:r>
              <a:rPr lang="en-IN" b="1" dirty="0"/>
              <a:t>SQL Scripts</a:t>
            </a:r>
            <a:endParaRPr lang="en-IN" dirty="0"/>
          </a:p>
          <a:p>
            <a:pPr lvl="1"/>
            <a:r>
              <a:rPr lang="en-IN" dirty="0"/>
              <a:t>01_create_tables.sql → Define schema for customers, products, orders, payments.</a:t>
            </a:r>
          </a:p>
          <a:p>
            <a:pPr lvl="1"/>
            <a:r>
              <a:rPr lang="en-IN" dirty="0"/>
              <a:t>02_insert_data.sql → Load sample data into tables.</a:t>
            </a:r>
          </a:p>
          <a:p>
            <a:pPr lvl="1"/>
            <a:r>
              <a:rPr lang="en-IN" dirty="0"/>
              <a:t>03_data_cleaning.sql → Handle duplicates, nulls, and inconsistent values.</a:t>
            </a:r>
          </a:p>
          <a:p>
            <a:pPr lvl="1"/>
            <a:r>
              <a:rPr lang="en-IN" dirty="0"/>
              <a:t>04_analysis.sql → Generate business insights queries.</a:t>
            </a:r>
          </a:p>
          <a:p>
            <a:pPr lvl="0"/>
            <a:r>
              <a:rPr lang="en-IN" b="1" dirty="0"/>
              <a:t>Python Automation</a:t>
            </a:r>
            <a:endParaRPr lang="en-IN" dirty="0"/>
          </a:p>
          <a:p>
            <a:pPr lvl="1"/>
            <a:r>
              <a:rPr lang="en-IN" dirty="0"/>
              <a:t>run_cleaning.py → Executes cleaning queries automatically.</a:t>
            </a:r>
          </a:p>
          <a:p>
            <a:pPr lvl="1"/>
            <a:r>
              <a:rPr lang="en-IN" dirty="0"/>
              <a:t>run_analysis.py → Runs analysis queries and exports results into CSV.</a:t>
            </a:r>
          </a:p>
          <a:p>
            <a:pPr lvl="1"/>
            <a:r>
              <a:rPr lang="en-IN" dirty="0"/>
              <a:t>utils.py → Handles database connection and CSV export functions.</a:t>
            </a:r>
          </a:p>
          <a:p>
            <a:pPr lvl="0"/>
            <a:r>
              <a:rPr lang="en-IN" b="1" dirty="0"/>
              <a:t>Power BI Visualization</a:t>
            </a:r>
            <a:endParaRPr lang="en-IN" dirty="0"/>
          </a:p>
          <a:p>
            <a:pPr lvl="1"/>
            <a:r>
              <a:rPr lang="en-IN" dirty="0"/>
              <a:t>Import CSV outputs from results/csv/.</a:t>
            </a:r>
          </a:p>
          <a:p>
            <a:pPr lvl="1"/>
            <a:r>
              <a:rPr lang="en-IN" dirty="0"/>
              <a:t>Build dashboards with KPIs (AOV, Repeat Buyers) and charts (Top Products, Declining Sales, Payment Distribution).</a:t>
            </a:r>
          </a:p>
          <a:p>
            <a:pPr lvl="0"/>
            <a:r>
              <a:rPr lang="en-IN" b="1" dirty="0"/>
              <a:t>Reporting</a:t>
            </a:r>
            <a:endParaRPr lang="en-IN" dirty="0"/>
          </a:p>
          <a:p>
            <a:pPr lvl="1"/>
            <a:r>
              <a:rPr lang="en-IN" dirty="0"/>
              <a:t>Summarize findings in PowerPoint with visuals, insights,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63795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9A94-E534-EDF9-EA07-1D769D97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Queries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A3B04-4C2F-1D4A-3A5E-AB6BE2150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776" y="1866900"/>
            <a:ext cx="5981812" cy="4292500"/>
          </a:xfrm>
        </p:spPr>
        <p:txBody>
          <a:bodyPr/>
          <a:lstStyle/>
          <a:p>
            <a:pPr lvl="0"/>
            <a:r>
              <a:rPr lang="en-IN" sz="2000" b="1" dirty="0"/>
              <a:t>Top Selling Products</a:t>
            </a:r>
            <a:endParaRPr lang="en-IN" sz="2000" dirty="0"/>
          </a:p>
          <a:p>
            <a:pPr lvl="1"/>
            <a:r>
              <a:rPr lang="en-IN" sz="1800" dirty="0"/>
              <a:t>Purpose: Identify products with the highest sales volume.</a:t>
            </a:r>
          </a:p>
          <a:p>
            <a:pPr lvl="1"/>
            <a:r>
              <a:rPr lang="en-IN" sz="1800" dirty="0"/>
              <a:t>Best Visual: </a:t>
            </a:r>
            <a:r>
              <a:rPr lang="en-IN" sz="1800" b="1" dirty="0"/>
              <a:t>Bar Chart</a:t>
            </a:r>
            <a:r>
              <a:rPr lang="en-IN" sz="1800" dirty="0"/>
              <a:t> (Top 5 products).</a:t>
            </a:r>
          </a:p>
          <a:p>
            <a:pPr lvl="0"/>
            <a:r>
              <a:rPr lang="en-IN" sz="2000" b="1" dirty="0"/>
              <a:t>Revenue by Customer</a:t>
            </a:r>
            <a:endParaRPr lang="en-IN" sz="2000" dirty="0"/>
          </a:p>
          <a:p>
            <a:pPr lvl="1"/>
            <a:r>
              <a:rPr lang="en-IN" sz="1800" dirty="0"/>
              <a:t>Purpose: Find customers contributing most to revenue.</a:t>
            </a:r>
          </a:p>
          <a:p>
            <a:pPr lvl="1"/>
            <a:r>
              <a:rPr lang="en-IN" sz="1800" dirty="0"/>
              <a:t>Best Visual: </a:t>
            </a:r>
            <a:r>
              <a:rPr lang="en-IN" sz="1800" b="1" dirty="0"/>
              <a:t>Table or Bar Chart</a:t>
            </a:r>
            <a:r>
              <a:rPr lang="en-IN" sz="1800" dirty="0"/>
              <a:t> (Top customers).</a:t>
            </a:r>
          </a:p>
          <a:p>
            <a:pPr lvl="0"/>
            <a:r>
              <a:rPr lang="en-IN" sz="2000" b="1" dirty="0"/>
              <a:t>Monthly Revenue</a:t>
            </a:r>
            <a:endParaRPr lang="en-IN" sz="2000" dirty="0"/>
          </a:p>
          <a:p>
            <a:pPr lvl="1"/>
            <a:r>
              <a:rPr lang="en-IN" sz="1800" dirty="0"/>
              <a:t>Purpose: Track revenue trends over time.</a:t>
            </a:r>
          </a:p>
          <a:p>
            <a:pPr lvl="1"/>
            <a:r>
              <a:rPr lang="en-IN" sz="1800" dirty="0"/>
              <a:t>Best Visual: </a:t>
            </a:r>
            <a:r>
              <a:rPr lang="en-IN" sz="1800" b="1" dirty="0"/>
              <a:t>Line Chart</a:t>
            </a:r>
            <a:r>
              <a:rPr lang="en-IN" sz="1800" dirty="0"/>
              <a:t> (Month vs Revenue).</a:t>
            </a:r>
          </a:p>
          <a:p>
            <a:pPr lvl="0"/>
            <a:r>
              <a:rPr lang="en-IN" sz="2000" b="1" dirty="0"/>
              <a:t>Repeat Buyers</a:t>
            </a:r>
            <a:endParaRPr lang="en-IN" sz="2000" dirty="0"/>
          </a:p>
          <a:p>
            <a:pPr lvl="1"/>
            <a:r>
              <a:rPr lang="en-IN" sz="1800" dirty="0"/>
              <a:t>Purpose: Measure customer loyalty.</a:t>
            </a:r>
          </a:p>
          <a:p>
            <a:pPr lvl="1"/>
            <a:r>
              <a:rPr lang="en-IN" sz="1800" dirty="0"/>
              <a:t>Best Visual: </a:t>
            </a:r>
            <a:r>
              <a:rPr lang="en-IN" sz="1800" b="1" dirty="0"/>
              <a:t>KPI Card</a:t>
            </a:r>
            <a:r>
              <a:rPr lang="en-IN" sz="1800" dirty="0"/>
              <a:t> (Number of repeat buyers).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3CCAD-DE0C-BC5A-9818-2AAF79B34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E-Commerce Data Pipeline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73FFE-8EBC-C712-7C36-75A25965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4D5FAE-55D4-EE2D-E27B-E295C63B38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A3BB45-A885-F8E0-60EB-8151865EE5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10145" y="1866900"/>
            <a:ext cx="5634205" cy="4292500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sz="2200" b="1" dirty="0"/>
              <a:t>Inactive Customers</a:t>
            </a:r>
            <a:endParaRPr lang="en-IN" sz="2200" dirty="0"/>
          </a:p>
          <a:p>
            <a:pPr lvl="1"/>
            <a:r>
              <a:rPr lang="en-IN" sz="1900" dirty="0"/>
              <a:t>Purpose: Detect customers who haven’t purchased in 6+ months.</a:t>
            </a:r>
          </a:p>
          <a:p>
            <a:pPr lvl="1"/>
            <a:r>
              <a:rPr lang="en-IN" sz="1900" dirty="0"/>
              <a:t>Best Visual: </a:t>
            </a:r>
            <a:r>
              <a:rPr lang="en-IN" sz="1900" b="1" dirty="0"/>
              <a:t>Table with conditional formatting</a:t>
            </a:r>
            <a:r>
              <a:rPr lang="en-IN" sz="1900" dirty="0"/>
              <a:t> (highlight inactive).</a:t>
            </a:r>
          </a:p>
          <a:p>
            <a:pPr lvl="0"/>
            <a:r>
              <a:rPr lang="en-IN" sz="2200" b="1" dirty="0"/>
              <a:t>Average Order Value (AOV)</a:t>
            </a:r>
            <a:endParaRPr lang="en-IN" sz="2200" dirty="0"/>
          </a:p>
          <a:p>
            <a:pPr lvl="1"/>
            <a:r>
              <a:rPr lang="en-IN" sz="1900" dirty="0"/>
              <a:t>Purpose: Show mean spend per order.</a:t>
            </a:r>
          </a:p>
          <a:p>
            <a:pPr lvl="1"/>
            <a:r>
              <a:rPr lang="en-IN" sz="1900" dirty="0"/>
              <a:t>Best Visual: </a:t>
            </a:r>
            <a:r>
              <a:rPr lang="en-IN" sz="1900" b="1" dirty="0"/>
              <a:t>KPI Card</a:t>
            </a:r>
            <a:r>
              <a:rPr lang="en-IN" sz="1900" dirty="0"/>
              <a:t> (currency formatted).</a:t>
            </a:r>
          </a:p>
          <a:p>
            <a:pPr lvl="0"/>
            <a:r>
              <a:rPr lang="en-IN" sz="2200" b="1" dirty="0"/>
              <a:t>Declining Sales</a:t>
            </a:r>
            <a:endParaRPr lang="en-IN" sz="2200" dirty="0"/>
          </a:p>
          <a:p>
            <a:pPr lvl="1"/>
            <a:r>
              <a:rPr lang="en-IN" sz="1900" dirty="0"/>
              <a:t>Purpose: Highlight products with downward sales trends.</a:t>
            </a:r>
          </a:p>
          <a:p>
            <a:pPr lvl="1"/>
            <a:r>
              <a:rPr lang="en-IN" sz="1900" dirty="0"/>
              <a:t>Best Visual: </a:t>
            </a:r>
            <a:r>
              <a:rPr lang="en-IN" sz="1900" b="1" dirty="0"/>
              <a:t>Line Chart (Top N products)</a:t>
            </a:r>
            <a:r>
              <a:rPr lang="en-IN" sz="1900" dirty="0"/>
              <a:t> or </a:t>
            </a:r>
            <a:r>
              <a:rPr lang="en-IN" sz="1900" b="1" dirty="0"/>
              <a:t>Matrix with conditional formatting</a:t>
            </a:r>
            <a:r>
              <a:rPr lang="en-IN" sz="1900" dirty="0"/>
              <a:t>.</a:t>
            </a:r>
          </a:p>
          <a:p>
            <a:pPr lvl="0"/>
            <a:r>
              <a:rPr lang="en-IN" sz="2200" b="1" dirty="0"/>
              <a:t>Payment Distribution</a:t>
            </a:r>
            <a:endParaRPr lang="en-IN" sz="2200" dirty="0"/>
          </a:p>
          <a:p>
            <a:pPr lvl="1"/>
            <a:r>
              <a:rPr lang="en-IN" sz="1900" dirty="0"/>
              <a:t>Purpose: Understand customer payment preferences.</a:t>
            </a:r>
          </a:p>
          <a:p>
            <a:pPr lvl="1"/>
            <a:r>
              <a:rPr lang="en-IN" sz="1900" dirty="0"/>
              <a:t>Best Visual: </a:t>
            </a:r>
            <a:r>
              <a:rPr lang="en-IN" sz="1900" b="1" dirty="0"/>
              <a:t>Pie Chart</a:t>
            </a:r>
            <a:r>
              <a:rPr lang="en-IN" sz="1900" dirty="0"/>
              <a:t> (UPI, Card, Cash, etc.).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72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A437-8B14-44F3-9CD4-350A04C1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&amp; Visuals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E8062-5491-4788-A35F-8BEF6FC4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E-Commerce Data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88701-5FB3-46AF-AA79-5DFBF044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CBA16-FC20-442F-ADE3-E8D745590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294" y="1387154"/>
            <a:ext cx="5916706" cy="4800384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Top Selling Products</a:t>
            </a:r>
            <a:endParaRPr lang="en-IN" dirty="0">
              <a:solidFill>
                <a:schemeClr val="tx1"/>
              </a:solidFill>
            </a:endParaRPr>
          </a:p>
          <a:p>
            <a:pPr lvl="0"/>
            <a:r>
              <a:rPr lang="en-IN" dirty="0"/>
              <a:t>Bar chart showing top 5 products by units sold.</a:t>
            </a:r>
          </a:p>
          <a:p>
            <a:pPr lvl="0"/>
            <a:r>
              <a:rPr lang="en-IN" dirty="0"/>
              <a:t>Insight: Certain products dominate overall sales.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r>
              <a:rPr lang="en-IN" b="1" dirty="0">
                <a:solidFill>
                  <a:schemeClr val="tx1"/>
                </a:solidFill>
              </a:rPr>
              <a:t>Monthly Revenue Trend</a:t>
            </a:r>
          </a:p>
          <a:p>
            <a:pPr lvl="0"/>
            <a:r>
              <a:rPr lang="en-IN" dirty="0"/>
              <a:t>Line chart showing revenue across months.</a:t>
            </a:r>
          </a:p>
          <a:p>
            <a:pPr lvl="0"/>
            <a:r>
              <a:rPr lang="en-IN" dirty="0"/>
              <a:t>Insight: Seasonal fluctuations and growth/decline patterns.</a:t>
            </a:r>
          </a:p>
          <a:p>
            <a:pPr lvl="0"/>
            <a:endParaRPr lang="en-IN" dirty="0"/>
          </a:p>
          <a:p>
            <a:r>
              <a:rPr lang="en-IN" dirty="0"/>
              <a:t>.</a:t>
            </a:r>
          </a:p>
          <a:p>
            <a:pPr lvl="0"/>
            <a:endParaRPr lang="en-IN" dirty="0"/>
          </a:p>
          <a:p>
            <a:pPr lvl="0"/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79059-C535-4122-AA80-8D550BB431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5FEB07-1937-FA21-792A-A296C6F92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166" y="735106"/>
            <a:ext cx="7046258" cy="2101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D3D4EF-3FD6-C575-2AAF-F4E34050F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918455"/>
            <a:ext cx="6526306" cy="38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86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86D-0B8B-95FF-FC29-A4719801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&amp; Visuals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2985C-6CD5-2D04-14A9-2B7E86E8C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E-Commerce Data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721C2-69EF-9305-5B60-588B28D9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F13B19-AF5A-E602-DDBA-828CE0E30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88" y="1586753"/>
            <a:ext cx="5880399" cy="1541929"/>
          </a:xfrm>
        </p:spPr>
        <p:txBody>
          <a:bodyPr>
            <a:normAutofit/>
          </a:bodyPr>
          <a:lstStyle/>
          <a:p>
            <a:pPr lvl="0"/>
            <a:endParaRPr lang="en-IN" dirty="0"/>
          </a:p>
          <a:p>
            <a:r>
              <a:rPr lang="en-IN" b="1" dirty="0">
                <a:solidFill>
                  <a:schemeClr val="tx1"/>
                </a:solidFill>
              </a:rPr>
              <a:t>Payment Distribution</a:t>
            </a:r>
            <a:endParaRPr lang="en-IN" dirty="0">
              <a:solidFill>
                <a:schemeClr val="tx1"/>
              </a:solidFill>
            </a:endParaRPr>
          </a:p>
          <a:p>
            <a:pPr lvl="0"/>
            <a:r>
              <a:rPr lang="en-IN" dirty="0"/>
              <a:t>Pie chart showing share of UPI, Card, Cash, etc.</a:t>
            </a:r>
          </a:p>
          <a:p>
            <a:pPr lvl="0"/>
            <a:r>
              <a:rPr lang="en-IN" dirty="0"/>
              <a:t>Insight: Customer payment preferences..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9EB5ED-B7B4-677A-8D69-97063EC45F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B1B877-B3D5-651E-B452-5C14F2486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8" y="3191435"/>
            <a:ext cx="4894729" cy="2671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C6C2B5-1CAB-315C-E93F-2615C43E3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556" y="2321858"/>
            <a:ext cx="6792488" cy="4464424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54F827E2-5B55-A080-7377-CC4F2C214F0C}"/>
              </a:ext>
            </a:extLst>
          </p:cNvPr>
          <p:cNvSpPr txBox="1">
            <a:spLocks/>
          </p:cNvSpPr>
          <p:nvPr/>
        </p:nvSpPr>
        <p:spPr>
          <a:xfrm>
            <a:off x="6185644" y="1272988"/>
            <a:ext cx="5880399" cy="1048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Declining Sales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/>
              <a:t>Line chart highlighting products with downward trends.</a:t>
            </a:r>
          </a:p>
          <a:p>
            <a:r>
              <a:rPr lang="en-IN" dirty="0"/>
              <a:t>Insight: Products requiring marketing intervention or discontinuation.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13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9BBFAA-ECE3-46DC-A227-38CCA1EED110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Top Products Drive Sales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104A1-25DB-4A49-B257-40CF6B30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E-Commerce Data Pipeline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D9075D-1F42-4726-8EC6-EE8B41639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AC0E371-764C-41CA-9680-267350C7EE1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IN" dirty="0"/>
              <a:t>High-Value Customers 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5712C8D-157C-4EF1-B565-889F5684F1B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Seasonal Revenue Trends </a:t>
            </a:r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88B3941-E817-44DE-8D5A-DCA0DAB61823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Repeat Buyers Are Critical 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0613223-43E0-4B37-AFB8-C0C5F47750A5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Declining Products Identified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C4E060E-0CFB-411A-B226-CDA349703288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Payment Preferences Matter</a:t>
            </a:r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36BA5EA-18C4-4263-BDB0-C57CB168D0AF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3059153"/>
            <a:ext cx="3256674" cy="663766"/>
          </a:xfrm>
        </p:spPr>
        <p:txBody>
          <a:bodyPr>
            <a:normAutofit/>
          </a:bodyPr>
          <a:lstStyle/>
          <a:p>
            <a:r>
              <a:rPr lang="en-IN" sz="1200" dirty="0"/>
              <a:t>A small group of products account for the majority of total units sold, showing strong product concentration.</a:t>
            </a:r>
            <a:endParaRPr lang="en-US" sz="1200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9F05205-BC24-4284-BB47-960282D011ED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3059153"/>
            <a:ext cx="3256674" cy="83093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 handful of customers contribute disproportionately to overall revenue, highlighting the importance of customer retention.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78092F6-F4AA-40B6-B5DE-CEA37AB1A9D2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3059153"/>
            <a:ext cx="3256674" cy="83093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Monthly revenue shows clear fluctuations, suggesting seasonal demand patterns that can guide inventory and marketing.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EC928A2-6A4A-452E-8823-81F26EA40C9C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5170358"/>
            <a:ext cx="3256674" cy="93263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Loyal customers who purchase multiple times generate consistent revenue and should be prioritized for engagement campaigns.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388AEE0-2630-4EEB-80E0-53D74792BE97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5170358"/>
            <a:ext cx="3256674" cy="86868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Several products show downward sales trends, </a:t>
            </a:r>
            <a:r>
              <a:rPr lang="en-IN" dirty="0" err="1"/>
              <a:t>signaling</a:t>
            </a:r>
            <a:r>
              <a:rPr lang="en-IN" dirty="0"/>
              <a:t> the need for marketing intervention or possible discontinuation.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5F658D4-342A-4944-98F5-EC1761CC401B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5170358"/>
            <a:ext cx="3256674" cy="850309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Customers favour certain payment methods (e.g., UPI, card), which can inform checkout optimization and promotions.</a:t>
            </a:r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B599BF9-1263-E4C5-57CF-3A867C1BCBC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559" r="17559"/>
          <a:stretch>
            <a:fillRect/>
          </a:stretch>
        </p:blipFill>
        <p:spPr/>
      </p:pic>
      <p:pic>
        <p:nvPicPr>
          <p:cNvPr id="23" name="Picture Placeholder 22" descr="Customer review RTL">
            <a:extLst>
              <a:ext uri="{FF2B5EF4-FFF2-40B4-BE49-F238E27FC236}">
                <a16:creationId xmlns:a16="http://schemas.microsoft.com/office/drawing/2014/main" id="{2890B4BA-49B6-B8B9-CFDD-37A6A804EF4C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1" r="91"/>
          <a:stretch>
            <a:fillRect/>
          </a:stretch>
        </p:blipFill>
        <p:spPr/>
      </p:pic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00A75400-9172-E651-B6EE-814290A7AC0D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23156" r="23156"/>
          <a:stretch>
            <a:fillRect/>
          </a:stretch>
        </p:blipFill>
        <p:spPr/>
      </p:pic>
      <p:pic>
        <p:nvPicPr>
          <p:cNvPr id="46" name="Picture Placeholder 45">
            <a:extLst>
              <a:ext uri="{FF2B5EF4-FFF2-40B4-BE49-F238E27FC236}">
                <a16:creationId xmlns:a16="http://schemas.microsoft.com/office/drawing/2014/main" id="{892A81DB-1B58-5AEB-6FA3-2469D2DE1CF0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12920" r="12920"/>
          <a:stretch>
            <a:fillRect/>
          </a:stretch>
        </p:blipFill>
        <p:spPr/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B14F647-B9E5-211D-60AD-B3DE35BA8BD4}"/>
              </a:ext>
            </a:extLst>
          </p:cNvPr>
          <p:cNvSpPr txBox="1"/>
          <p:nvPr/>
        </p:nvSpPr>
        <p:spPr>
          <a:xfrm>
            <a:off x="910866" y="4758771"/>
            <a:ext cx="10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8" tooltip="https://heidicohen.com/books/marketing-rebellion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9" tooltip="https://creativecommons.org/licenses/by-nc-sa/3.0/"/>
              </a:rPr>
              <a:t>CC BY-SA-NC</a:t>
            </a:r>
            <a:endParaRPr lang="en-IN" sz="900"/>
          </a:p>
        </p:txBody>
      </p:sp>
      <p:pic>
        <p:nvPicPr>
          <p:cNvPr id="52" name="Picture Placeholder 51" descr="Bar graph with downward trend">
            <a:extLst>
              <a:ext uri="{FF2B5EF4-FFF2-40B4-BE49-F238E27FC236}">
                <a16:creationId xmlns:a16="http://schemas.microsoft.com/office/drawing/2014/main" id="{5AEF1924-C817-7257-50FA-45C3C3197C2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91" r="91"/>
          <a:stretch>
            <a:fillRect/>
          </a:stretch>
        </p:blipFill>
        <p:spPr/>
      </p:pic>
      <p:pic>
        <p:nvPicPr>
          <p:cNvPr id="56" name="Picture Placeholder 55">
            <a:extLst>
              <a:ext uri="{FF2B5EF4-FFF2-40B4-BE49-F238E27FC236}">
                <a16:creationId xmlns:a16="http://schemas.microsoft.com/office/drawing/2014/main" id="{9608B918-B16A-1CCE-CDFF-BE1C64D0792C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17466" r="17466"/>
          <a:stretch>
            <a:fillRect/>
          </a:stretch>
        </p:blipFill>
        <p:spPr/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BB788F0-9789-DF6A-FF43-F81D9796260C}"/>
              </a:ext>
            </a:extLst>
          </p:cNvPr>
          <p:cNvSpPr txBox="1"/>
          <p:nvPr/>
        </p:nvSpPr>
        <p:spPr>
          <a:xfrm>
            <a:off x="7981486" y="4758771"/>
            <a:ext cx="10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12" tooltip="https://koolinus.wordpress.com/tag/payment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9" tooltip="https://creativecommons.org/licenses/by-nc-sa/3.0/"/>
              </a:rPr>
              <a:t>CC BY-SA-NC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643801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20A4-17E8-C79A-F686-458A327E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83857-3493-CF6B-19DB-739B8F009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672" y="717176"/>
            <a:ext cx="6780524" cy="5585012"/>
          </a:xfrm>
        </p:spPr>
        <p:txBody>
          <a:bodyPr>
            <a:normAutofit/>
          </a:bodyPr>
          <a:lstStyle/>
          <a:p>
            <a:pPr lvl="0"/>
            <a:r>
              <a:rPr lang="en-IN" sz="2400" b="1" dirty="0">
                <a:solidFill>
                  <a:schemeClr val="tx1"/>
                </a:solidFill>
              </a:rPr>
              <a:t>End-to-End Pipeline Success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/>
              <a:t>Built a complete workflow integrating SQL, Python, and Power BI for e‑commerce analytics.</a:t>
            </a:r>
          </a:p>
          <a:p>
            <a:pPr lvl="0"/>
            <a:r>
              <a:rPr lang="en-IN" sz="2400" b="1" dirty="0">
                <a:solidFill>
                  <a:schemeClr val="tx1"/>
                </a:solidFill>
              </a:rPr>
              <a:t>Clean &amp; Reliable Data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/>
              <a:t>Raw datasets were transformed into structured, accurate, and analysis‑ready tables.</a:t>
            </a:r>
          </a:p>
          <a:p>
            <a:pPr lvl="0"/>
            <a:r>
              <a:rPr lang="en-IN" sz="2400" b="1" dirty="0">
                <a:solidFill>
                  <a:schemeClr val="tx1"/>
                </a:solidFill>
              </a:rPr>
              <a:t>Automated Insights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/>
              <a:t>Python scripts streamlined query execution and CSV exports, reducing manual effort.</a:t>
            </a:r>
          </a:p>
          <a:p>
            <a:pPr lvl="0"/>
            <a:r>
              <a:rPr lang="en-IN" sz="2400" b="1" dirty="0">
                <a:solidFill>
                  <a:schemeClr val="tx1"/>
                </a:solidFill>
              </a:rPr>
              <a:t>Interactive Dashboards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/>
              <a:t>Power BI visuals provided clear KPIs and trends for decision‑makers.</a:t>
            </a:r>
          </a:p>
          <a:p>
            <a:pPr lvl="0"/>
            <a:r>
              <a:rPr lang="en-IN" sz="2400" b="1" dirty="0">
                <a:solidFill>
                  <a:schemeClr val="tx1"/>
                </a:solidFill>
              </a:rPr>
              <a:t>Business Value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/>
              <a:t>Enabled identification of top products, high‑value customers, seasonal revenue patterns, and declining sales.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9D876-F7CA-C658-31B4-4B1C9381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E-Commerce Data Pipeline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24DA4-9C57-4739-975B-1E4918D5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4D9C17-EAF6-5C10-A59B-5CA3B08776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307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LT">
      <a:dk1>
        <a:sysClr val="windowText" lastClr="000000"/>
      </a:dk1>
      <a:lt1>
        <a:sysClr val="window" lastClr="FFFFFF"/>
      </a:lt1>
      <a:dk2>
        <a:srgbClr val="FFCD6B"/>
      </a:dk2>
      <a:lt2>
        <a:srgbClr val="BE005A"/>
      </a:lt2>
      <a:accent1>
        <a:srgbClr val="3B2CAC"/>
      </a:accent1>
      <a:accent2>
        <a:srgbClr val="0062FF"/>
      </a:accent2>
      <a:accent3>
        <a:srgbClr val="007A00"/>
      </a:accent3>
      <a:accent4>
        <a:srgbClr val="DE6600"/>
      </a:accent4>
      <a:accent5>
        <a:srgbClr val="AC0037"/>
      </a:accent5>
      <a:accent6>
        <a:srgbClr val="FFFF00"/>
      </a:accent6>
      <a:hlink>
        <a:srgbClr val="FFFFFF"/>
      </a:hlink>
      <a:folHlink>
        <a:srgbClr val="FFFFFF"/>
      </a:folHlink>
    </a:clrScheme>
    <a:fontScheme name="Custom 2">
      <a:majorFont>
        <a:latin typeface="Avenir Next LT Pro"/>
        <a:ea typeface=""/>
        <a:cs typeface=""/>
      </a:majorFont>
      <a:minorFont>
        <a:latin typeface="Spea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bg2">
                <a:alpha val="85000"/>
              </a:schemeClr>
            </a:gs>
            <a:gs pos="100000">
              <a:schemeClr val="accent1">
                <a:alpha val="85000"/>
              </a:schemeClr>
            </a:gs>
          </a:gsLst>
          <a:lin ang="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LT_Template_ModernBoldSophisticated_MO -v5" id="{DF46818F-9661-49C4-BAE8-F3223317B502}" vid="{463BCE77-CCA7-43EE-ABCB-1B1D536A66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4F5DC0-7B0F-411B-A0C5-A1B1D5EB3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42AFFF-C96F-4C05-9045-3240A5329EC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17F9CC6-F7CA-41EA-81DA-97EFF19429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bold sophisticated presentation</Template>
  <TotalTime>92</TotalTime>
  <Words>987</Words>
  <Application>Microsoft Office PowerPoint</Application>
  <PresentationFormat>Widescreen</PresentationFormat>
  <Paragraphs>140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Avenir Next LT Pro</vt:lpstr>
      <vt:lpstr>Arial</vt:lpstr>
      <vt:lpstr>Speak Pro</vt:lpstr>
      <vt:lpstr>Office Theme</vt:lpstr>
      <vt:lpstr>E-Commerce Data Pipeline</vt:lpstr>
      <vt:lpstr>Executive Summary</vt:lpstr>
      <vt:lpstr>Project Objectives</vt:lpstr>
      <vt:lpstr>Methodology</vt:lpstr>
      <vt:lpstr>Analysis Queries</vt:lpstr>
      <vt:lpstr>Result &amp; Visuals</vt:lpstr>
      <vt:lpstr>Result &amp; Visuals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Kaushang Tripathi</dc:creator>
  <cp:lastModifiedBy>Kaushang Tripathi</cp:lastModifiedBy>
  <cp:revision>1</cp:revision>
  <dcterms:created xsi:type="dcterms:W3CDTF">2026-09-02T14:22:20Z</dcterms:created>
  <dcterms:modified xsi:type="dcterms:W3CDTF">2026-09-03T14:03:02Z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